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ef4949bcb64025" /><Relationship Type="http://schemas.openxmlformats.org/officeDocument/2006/relationships/extended-properties" Target="/docProps/app.xml" Id="Racafbdb4ae184b41" /><Relationship Type="http://schemas.openxmlformats.org/officeDocument/2006/relationships/officeDocument" Target="/ppt/presentation.xml" Id="R0018ee0300b343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19d1f2b71c4671"/>
  </p:sldMasterIdLst>
  <p:notesMasterIdLst>
    <p:notesMasterId xmlns:r="http://schemas.openxmlformats.org/officeDocument/2006/relationships" r:id="Ra03cc05cd8164c42"/>
  </p:notesMasterIdLst>
  <p:sldIdLst>
    <p:sldId xmlns:r="http://schemas.openxmlformats.org/officeDocument/2006/relationships" id="256" r:id="Rde3bdda608e24ab3"/>
    <p:sldId xmlns:r="http://schemas.openxmlformats.org/officeDocument/2006/relationships" id="257" r:id="R306fe0f648d94dc1"/>
    <p:sldId xmlns:r="http://schemas.openxmlformats.org/officeDocument/2006/relationships" id="258" r:id="Rfd64a9689a4744d7"/>
    <p:sldId xmlns:r="http://schemas.openxmlformats.org/officeDocument/2006/relationships" id="259" r:id="R950cf58313534d7d"/>
    <p:sldId xmlns:r="http://schemas.openxmlformats.org/officeDocument/2006/relationships" id="260" r:id="Rd36e4d4c0e424de0"/>
    <p:sldId xmlns:r="http://schemas.openxmlformats.org/officeDocument/2006/relationships" id="261" r:id="R0cf194af6a36467b"/>
    <p:sldId xmlns:r="http://schemas.openxmlformats.org/officeDocument/2006/relationships" id="262" r:id="R5a91526e84574a94"/>
    <p:sldId xmlns:r="http://schemas.openxmlformats.org/officeDocument/2006/relationships" id="263" r:id="Rddab9cf902214a33"/>
    <p:sldId xmlns:r="http://schemas.openxmlformats.org/officeDocument/2006/relationships" id="264" r:id="R463338e47c8b4e85"/>
    <p:sldId xmlns:r="http://schemas.openxmlformats.org/officeDocument/2006/relationships" id="265" r:id="Raeb1ef66e2e54ab0"/>
    <p:sldId xmlns:r="http://schemas.openxmlformats.org/officeDocument/2006/relationships" id="266" r:id="R9ff4107d545447d2"/>
    <p:sldId xmlns:r="http://schemas.openxmlformats.org/officeDocument/2006/relationships" id="267" r:id="R602e376eeb9746ac"/>
    <p:sldId xmlns:r="http://schemas.openxmlformats.org/officeDocument/2006/relationships" id="268" r:id="Rf626b025b69c4f8f"/>
    <p:sldId xmlns:r="http://schemas.openxmlformats.org/officeDocument/2006/relationships" id="269" r:id="Ra1e2817150a64a8a"/>
    <p:sldId xmlns:r="http://schemas.openxmlformats.org/officeDocument/2006/relationships" id="270" r:id="R7ee41c20f6784c8f"/>
    <p:sldId xmlns:r="http://schemas.openxmlformats.org/officeDocument/2006/relationships" id="271" r:id="Rfb9b9c1f0fd746d2"/>
    <p:sldId xmlns:r="http://schemas.openxmlformats.org/officeDocument/2006/relationships" id="272" r:id="R7288b85efad84b72"/>
    <p:sldId xmlns:r="http://schemas.openxmlformats.org/officeDocument/2006/relationships" id="273" r:id="Rab94d8d1d3144f40"/>
    <p:sldId xmlns:r="http://schemas.openxmlformats.org/officeDocument/2006/relationships" id="274" r:id="Rdba65921a1eb4db1"/>
    <p:sldId xmlns:r="http://schemas.openxmlformats.org/officeDocument/2006/relationships" id="275" r:id="R78fc6c319b0c40bc"/>
    <p:sldId xmlns:r="http://schemas.openxmlformats.org/officeDocument/2006/relationships" id="276" r:id="R6e2b8fa1ae444d80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59bd472d044de1" /><Relationship Type="http://schemas.openxmlformats.org/officeDocument/2006/relationships/slideMaster" Target="/ppt/slideMasters/slideMaster1.xml" Id="Rf719d1f2b71c4671" /><Relationship Type="http://schemas.openxmlformats.org/officeDocument/2006/relationships/notesMaster" Target="/ppt/notesMasters/notesMaster1.xml" Id="Ra03cc05cd8164c42" /><Relationship Type="http://schemas.openxmlformats.org/officeDocument/2006/relationships/presProps" Target="/ppt/presProps.xml" Id="Ra1d587452b12453c" /><Relationship Type="http://schemas.openxmlformats.org/officeDocument/2006/relationships/viewProps" Target="/ppt/viewProps.xml" Id="R65c13d2073184a75" /><Relationship Type="http://schemas.openxmlformats.org/officeDocument/2006/relationships/tableStyles" Target="/ppt/tableStyles.xml" Id="Rc2ceef4d77f64706" /><Relationship Type="http://schemas.openxmlformats.org/officeDocument/2006/relationships/slide" Target="/ppt/slides/slide1.xml" Id="Rde3bdda608e24ab3" /><Relationship Type="http://schemas.openxmlformats.org/officeDocument/2006/relationships/slide" Target="/ppt/slides/slide2.xml" Id="R306fe0f648d94dc1" /><Relationship Type="http://schemas.openxmlformats.org/officeDocument/2006/relationships/slide" Target="/ppt/slides/slide3.xml" Id="Rfd64a9689a4744d7" /><Relationship Type="http://schemas.openxmlformats.org/officeDocument/2006/relationships/slide" Target="/ppt/slides/slide4.xml" Id="R950cf58313534d7d" /><Relationship Type="http://schemas.openxmlformats.org/officeDocument/2006/relationships/slide" Target="/ppt/slides/slide5.xml" Id="Rd36e4d4c0e424de0" /><Relationship Type="http://schemas.openxmlformats.org/officeDocument/2006/relationships/slide" Target="/ppt/slides/slide6.xml" Id="R0cf194af6a36467b" /><Relationship Type="http://schemas.openxmlformats.org/officeDocument/2006/relationships/slide" Target="/ppt/slides/slide7.xml" Id="R5a91526e84574a94" /><Relationship Type="http://schemas.openxmlformats.org/officeDocument/2006/relationships/slide" Target="/ppt/slides/slide8.xml" Id="Rddab9cf902214a33" /><Relationship Type="http://schemas.openxmlformats.org/officeDocument/2006/relationships/slide" Target="/ppt/slides/slide9.xml" Id="R463338e47c8b4e85" /><Relationship Type="http://schemas.openxmlformats.org/officeDocument/2006/relationships/slide" Target="/ppt/slides/slide10.xml" Id="Raeb1ef66e2e54ab0" /><Relationship Type="http://schemas.openxmlformats.org/officeDocument/2006/relationships/slide" Target="/ppt/slides/slide11.xml" Id="R9ff4107d545447d2" /><Relationship Type="http://schemas.openxmlformats.org/officeDocument/2006/relationships/slide" Target="/ppt/slides/slide12.xml" Id="R602e376eeb9746ac" /><Relationship Type="http://schemas.openxmlformats.org/officeDocument/2006/relationships/slide" Target="/ppt/slides/slide13.xml" Id="Rf626b025b69c4f8f" /><Relationship Type="http://schemas.openxmlformats.org/officeDocument/2006/relationships/slide" Target="/ppt/slides/slide14.xml" Id="Ra1e2817150a64a8a" /><Relationship Type="http://schemas.openxmlformats.org/officeDocument/2006/relationships/slide" Target="/ppt/slides/slide15.xml" Id="R7ee41c20f6784c8f" /><Relationship Type="http://schemas.openxmlformats.org/officeDocument/2006/relationships/slide" Target="/ppt/slides/slide16.xml" Id="Rfb9b9c1f0fd746d2" /><Relationship Type="http://schemas.openxmlformats.org/officeDocument/2006/relationships/slide" Target="/ppt/slides/slide17.xml" Id="R7288b85efad84b72" /><Relationship Type="http://schemas.openxmlformats.org/officeDocument/2006/relationships/slide" Target="/ppt/slides/slide18.xml" Id="Rab94d8d1d3144f40" /><Relationship Type="http://schemas.openxmlformats.org/officeDocument/2006/relationships/slide" Target="/ppt/slides/slide19.xml" Id="Rdba65921a1eb4db1" /><Relationship Type="http://schemas.openxmlformats.org/officeDocument/2006/relationships/slide" Target="/ppt/slides/slide20.xml" Id="R78fc6c319b0c40bc" /><Relationship Type="http://schemas.openxmlformats.org/officeDocument/2006/relationships/slide" Target="/ppt/slides/slide21.xml" Id="R6e2b8fa1ae444d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eceeaf4d5c4c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d489d2ae8348db" /><Relationship Type="http://schemas.openxmlformats.org/officeDocument/2006/relationships/notesMaster" Target="/ppt/notesMasters/notesMaster1.xml" Id="Raaa27cdced9542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f67b341fa24c12" /><Relationship Type="http://schemas.openxmlformats.org/officeDocument/2006/relationships/notesMaster" Target="/ppt/notesMasters/notesMaster1.xml" Id="R0f1c7fe74b9a4a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d3d1a8b1664ffa" /><Relationship Type="http://schemas.openxmlformats.org/officeDocument/2006/relationships/notesMaster" Target="/ppt/notesMasters/notesMaster1.xml" Id="R99e84dc1dc3a41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088051ef5e4157" /><Relationship Type="http://schemas.openxmlformats.org/officeDocument/2006/relationships/notesMaster" Target="/ppt/notesMasters/notesMaster1.xml" Id="R8195557c254640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eb47b2f99c467a" /><Relationship Type="http://schemas.openxmlformats.org/officeDocument/2006/relationships/notesMaster" Target="/ppt/notesMasters/notesMaster1.xml" Id="R0f39d2a0f50b49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314f77417848bb" /><Relationship Type="http://schemas.openxmlformats.org/officeDocument/2006/relationships/notesMaster" Target="/ppt/notesMasters/notesMaster1.xml" Id="R626961ce36674e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09cf09277444fc" /><Relationship Type="http://schemas.openxmlformats.org/officeDocument/2006/relationships/notesMaster" Target="/ppt/notesMasters/notesMaster1.xml" Id="R2e3b50338d2c4a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182a2b5ceb4402" /><Relationship Type="http://schemas.openxmlformats.org/officeDocument/2006/relationships/notesMaster" Target="/ppt/notesMasters/notesMaster1.xml" Id="R82433535150d4f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527fe7f2bc4c4f" /><Relationship Type="http://schemas.openxmlformats.org/officeDocument/2006/relationships/notesMaster" Target="/ppt/notesMasters/notesMaster1.xml" Id="R7b4208a5869345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42a61c1f48447c" /><Relationship Type="http://schemas.openxmlformats.org/officeDocument/2006/relationships/notesMaster" Target="/ppt/notesMasters/notesMaster1.xml" Id="R9ca1ab8923fc45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c77be0d2044392" /><Relationship Type="http://schemas.openxmlformats.org/officeDocument/2006/relationships/notesMaster" Target="/ppt/notesMasters/notesMaster1.xml" Id="R0669800c034248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473e47479d4e69" /><Relationship Type="http://schemas.openxmlformats.org/officeDocument/2006/relationships/notesMaster" Target="/ppt/notesMasters/notesMaster1.xml" Id="R50239d37354e46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7fd8d62f7f4f46" /><Relationship Type="http://schemas.openxmlformats.org/officeDocument/2006/relationships/notesMaster" Target="/ppt/notesMasters/notesMaster1.xml" Id="Rd5b9c1ee2f054d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a3ebf626e84ab4" /><Relationship Type="http://schemas.openxmlformats.org/officeDocument/2006/relationships/notesMaster" Target="/ppt/notesMasters/notesMaster1.xml" Id="Rdb70b6c0046548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997767f17b4cbb" /><Relationship Type="http://schemas.openxmlformats.org/officeDocument/2006/relationships/notesMaster" Target="/ppt/notesMasters/notesMaster1.xml" Id="R11fa626736d34b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d59aa9c6de49d9" /><Relationship Type="http://schemas.openxmlformats.org/officeDocument/2006/relationships/notesMaster" Target="/ppt/notesMasters/notesMaster1.xml" Id="Rb42ddb7912db47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aad50a7a314e59" /><Relationship Type="http://schemas.openxmlformats.org/officeDocument/2006/relationships/notesMaster" Target="/ppt/notesMasters/notesMaster1.xml" Id="R30e491c9c4804d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0ccfe2f1ac492b" /><Relationship Type="http://schemas.openxmlformats.org/officeDocument/2006/relationships/notesMaster" Target="/ppt/notesMasters/notesMaster1.xml" Id="Ra3b46ce7479748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7d239dc61b4755" /><Relationship Type="http://schemas.openxmlformats.org/officeDocument/2006/relationships/notesMaster" Target="/ppt/notesMasters/notesMaster1.xml" Id="R21711873719c49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f26d419d274698" /><Relationship Type="http://schemas.openxmlformats.org/officeDocument/2006/relationships/notesMaster" Target="/ppt/notesMasters/notesMaster1.xml" Id="Rc9fdde0808f446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f46455e64f425c" /><Relationship Type="http://schemas.openxmlformats.org/officeDocument/2006/relationships/notesMaster" Target="/ppt/notesMasters/notesMaster1.xml" Id="R11277f3db11d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678a8cb564a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3257d21ff42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b48c0a3dc48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9b32f26344b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8ba0b6fca4a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eb375d61e4c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c03eb6d7548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05bea2da6416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53806c74841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35f8c7aa14a4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4cbf045094bd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8E804F-886A-4B97-A996-D702367D97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19CFE20-A6C4-4198-9157-625114E078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CBB678-C9C9-47EE-AF16-5510B31F1B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E933E9-F967-43AB-BFA3-7F5D2B0836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6C9-4B33-499F-875E-3B6F9BD519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D3CA72-18AA-4DA1-87BE-8F3A3F035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BAEFAB-ABF6-4B49-ABB0-8E18D55C74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02936A-EBED-4046-B89B-3DA6A2AD0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2CB8AC-B10F-40CE-990B-076599C33C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60E06C-661D-4C5B-AB7A-C1B250E23D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A7A4B3-79C4-4070-AF94-46D2A7EF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6CDD12-F3FF-4B6C-A2BE-A5FFA9161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20647C-563D-4093-A1F2-5EB1D04AD4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5B0B72-915E-445A-84C0-80FD5A3C69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D7618E-D40B-4727-9453-F6D736753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13432D-8FBC-477E-A50C-9C05CD9A0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75761D-AC62-42B6-9A5C-89C843C069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601E262-E358-4978-A23E-DFC81981DD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7C2D7-DE85-410D-9ABC-186B943BA9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60C4444-4A6B-48FF-9C7F-EF23D9A7F9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B06323-0531-4C10-9E83-EF43E64DB8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BADFC6-D29B-4F58-81BC-26255B7ED9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5AD6BE-A199-443C-ACD6-60F8CAFC4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B193783-9589-4193-83F0-D4B462114D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CFE712-3A76-4F41-AEBF-07BBD44DE6B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E68EEB1-0039-4321-A6F7-B7ED468E6DB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E097EF-6DB0-41FC-B402-1E8992714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26EF454-C097-4B92-90C0-7949E688FD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0B4F19D-7A27-4896-8804-B3EB61F838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9EAD11-7FB4-415F-BD50-EC95F1721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40888D3-73B1-43A1-A6F1-B4C886F25F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279B51D-3044-459C-8E87-3FF284466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A564D8-3F3C-4BD8-B293-302D207B7D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6A21E9B-E4AB-4680-979C-677896612A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AEE1D95-EF5A-4CAD-9031-4591CAD308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50EDCC4-B8AA-421D-922E-90767EBFDB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AB7440-C83B-4B3E-AA1C-7D72ED512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B66390-56E6-4288-8207-CF390E9023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28F6481-3A21-4FA7-B197-A4ED8B3532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4905C9D-64B3-438C-B5D1-C4184B962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745AF0-B272-4E56-B130-5D695810C9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67077B-DE6C-4342-A742-AC9F0A6EDE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E4C1DF-7813-4560-BC5A-0D937140E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468F001-4A1D-4F55-AC6C-DF03515BDA9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E28D8A6-C060-4FF7-8CBA-3E60E55726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7FF9B2-B554-4052-BEF3-937AF67D70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C7FEC0-B018-4893-B79D-E9D9DED579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DA5439-70EB-47FF-BEAF-696261A06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FC4158-8221-4218-AF4B-1287F1717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AB2B62-5D84-486D-8744-DCFDD9ED8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2C9F2-2357-41EF-AA69-5475B7C410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22853D-6BA4-4323-881C-66D14F52E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534DF3-7053-4729-BE06-A7EAB032D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12A23E-A012-47C5-8A42-CD556B992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441E23-1D6A-447A-8222-01D6C2A1F1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42B605-5F22-4C95-ADCA-D1FACD457B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6D4CCF-4A1A-43D8-A010-D5AA555DE6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5F0638-8460-496F-8D99-F5FB71F28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7566896eaf4f4a" /><Relationship Type="http://schemas.openxmlformats.org/officeDocument/2006/relationships/slideLayout" Target="/ppt/slideLayouts/slideLayout1.xml" Id="Rd68a091e3cad48d1" /><Relationship Type="http://schemas.openxmlformats.org/officeDocument/2006/relationships/slideLayout" Target="/ppt/slideLayouts/slideLayout2.xml" Id="R4cebb8a2ea52454d" /><Relationship Type="http://schemas.openxmlformats.org/officeDocument/2006/relationships/slideLayout" Target="/ppt/slideLayouts/slideLayout3.xml" Id="R82c81d7aeac14fab" /><Relationship Type="http://schemas.openxmlformats.org/officeDocument/2006/relationships/slideLayout" Target="/ppt/slideLayouts/slideLayout4.xml" Id="R8b5421a8ff294dab" /><Relationship Type="http://schemas.openxmlformats.org/officeDocument/2006/relationships/slideLayout" Target="/ppt/slideLayouts/slideLayout5.xml" Id="R50b78084ac0b4414" /><Relationship Type="http://schemas.openxmlformats.org/officeDocument/2006/relationships/slideLayout" Target="/ppt/slideLayouts/slideLayout6.xml" Id="R8106e04ef9bd4b69" /><Relationship Type="http://schemas.openxmlformats.org/officeDocument/2006/relationships/slideLayout" Target="/ppt/slideLayouts/slideLayout7.xml" Id="Re66b70e6d9f44028" /><Relationship Type="http://schemas.openxmlformats.org/officeDocument/2006/relationships/slideLayout" Target="/ppt/slideLayouts/slideLayout8.xml" Id="Ra6e3c35b9715486f" /><Relationship Type="http://schemas.openxmlformats.org/officeDocument/2006/relationships/slideLayout" Target="/ppt/slideLayouts/slideLayout9.xml" Id="R6564126fd5da4187" /><Relationship Type="http://schemas.openxmlformats.org/officeDocument/2006/relationships/slideLayout" Target="/ppt/slideLayouts/slideLayout10.xml" Id="Ra3d1064c12084fa5" /><Relationship Type="http://schemas.openxmlformats.org/officeDocument/2006/relationships/slideLayout" Target="/ppt/slideLayouts/slideLayout11.xml" Id="R55af6157d2b3401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D2D6A14-9C65-4335-B0AD-58A0B7EDD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1DD801-CBE9-41FE-BAD7-E874C65B8C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D1EF58-B500-4E6E-91B0-07373840F9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7CCA61-EE10-4949-AEC3-5EF0AB2F17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BECCA8-B539-4A52-B032-3FDB2CB041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8a091e3cad48d1"/>
    <p:sldLayoutId xmlns:r="http://schemas.openxmlformats.org/officeDocument/2006/relationships" id="2147483650" r:id="R4cebb8a2ea52454d"/>
    <p:sldLayoutId xmlns:r="http://schemas.openxmlformats.org/officeDocument/2006/relationships" id="2147483651" r:id="R82c81d7aeac14fab"/>
    <p:sldLayoutId xmlns:r="http://schemas.openxmlformats.org/officeDocument/2006/relationships" id="2147483652" r:id="R8b5421a8ff294dab"/>
    <p:sldLayoutId xmlns:r="http://schemas.openxmlformats.org/officeDocument/2006/relationships" id="2147483653" r:id="R50b78084ac0b4414"/>
    <p:sldLayoutId xmlns:r="http://schemas.openxmlformats.org/officeDocument/2006/relationships" id="2147483654" r:id="R8106e04ef9bd4b69"/>
    <p:sldLayoutId xmlns:r="http://schemas.openxmlformats.org/officeDocument/2006/relationships" id="2147483655" r:id="Re66b70e6d9f44028"/>
    <p:sldLayoutId xmlns:r="http://schemas.openxmlformats.org/officeDocument/2006/relationships" id="2147483656" r:id="Ra6e3c35b9715486f"/>
    <p:sldLayoutId xmlns:r="http://schemas.openxmlformats.org/officeDocument/2006/relationships" id="2147483657" r:id="R6564126fd5da4187"/>
    <p:sldLayoutId xmlns:r="http://schemas.openxmlformats.org/officeDocument/2006/relationships" id="2147483658" r:id="Ra3d1064c12084fa5"/>
    <p:sldLayoutId xmlns:r="http://schemas.openxmlformats.org/officeDocument/2006/relationships" id="2147483659" r:id="R55af6157d2b3401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ea91df0b1d4582" /><Relationship Type="http://schemas.openxmlformats.org/officeDocument/2006/relationships/image" Target="/ppt/media/image.png" Id="Rf1953fdc73c7460b" /><Relationship Type="http://schemas.openxmlformats.org/officeDocument/2006/relationships/image" Target="/ppt/media/image2.png" Id="R01412bb601f04878" /><Relationship Type="http://schemas.openxmlformats.org/officeDocument/2006/relationships/image" Target="/ppt/media/image3.png" Id="R1618f9689a1a45c2" /><Relationship Type="http://schemas.openxmlformats.org/officeDocument/2006/relationships/notesSlide" Target="/ppt/notesSlides/notesSlide1.xml" Id="R75dae4ac04564d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e8bd47559e491e" /><Relationship Type="http://schemas.openxmlformats.org/officeDocument/2006/relationships/image" Target="/ppt/media/image4.png" Id="R5839c267401743f9" /><Relationship Type="http://schemas.openxmlformats.org/officeDocument/2006/relationships/notesSlide" Target="/ppt/notesSlides/notesSlide2.xml" Id="R496f8dc277b746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ca46dfeb45434b" /><Relationship Type="http://schemas.openxmlformats.org/officeDocument/2006/relationships/image" Target="/ppt/media/image5.png" Id="R571f1926dbaa4d2b" /><Relationship Type="http://schemas.openxmlformats.org/officeDocument/2006/relationships/notesSlide" Target="/ppt/notesSlides/notesSlide3.xml" Id="Rf86a9725beff44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48646ae9ef409c" /><Relationship Type="http://schemas.openxmlformats.org/officeDocument/2006/relationships/image" Target="/ppt/media/image6.png" Id="R944406b44a684837" /><Relationship Type="http://schemas.openxmlformats.org/officeDocument/2006/relationships/notesSlide" Target="/ppt/notesSlides/notesSlide4.xml" Id="R690314c394b941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9dc4a5ff064262" /><Relationship Type="http://schemas.openxmlformats.org/officeDocument/2006/relationships/image" Target="/ppt/media/image7.png" Id="R84c78b044b354239" /><Relationship Type="http://schemas.openxmlformats.org/officeDocument/2006/relationships/notesSlide" Target="/ppt/notesSlides/notesSlide5.xml" Id="Rf5b866f0ddda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19f505928b4d6f" /><Relationship Type="http://schemas.openxmlformats.org/officeDocument/2006/relationships/image" Target="/ppt/media/image.png" Id="R9d1de83db2f5460f" /><Relationship Type="http://schemas.openxmlformats.org/officeDocument/2006/relationships/image" Target="/ppt/media/image8.png" Id="R7408091be4d04445" /><Relationship Type="http://schemas.openxmlformats.org/officeDocument/2006/relationships/notesSlide" Target="/ppt/notesSlides/notesSlide6.xml" Id="Ref3a4f36b3cb47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a1252dd114465a" /><Relationship Type="http://schemas.openxmlformats.org/officeDocument/2006/relationships/image" Target="/ppt/media/image9.png" Id="R4d733f5eaa064d60" /><Relationship Type="http://schemas.openxmlformats.org/officeDocument/2006/relationships/image" Target="/ppt/media/image10.png" Id="R58fe88844ee248a5" /><Relationship Type="http://schemas.openxmlformats.org/officeDocument/2006/relationships/notesSlide" Target="/ppt/notesSlides/notesSlide7.xml" Id="Rc167d45cdc2847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d2adfaf47046a0" /><Relationship Type="http://schemas.openxmlformats.org/officeDocument/2006/relationships/image" Target="/ppt/media/image11.png" Id="Rbfeafd65ea274dbd" /><Relationship Type="http://schemas.openxmlformats.org/officeDocument/2006/relationships/image" Target="/ppt/media/image12.png" Id="R0d9032bc1a9e4b07" /><Relationship Type="http://schemas.openxmlformats.org/officeDocument/2006/relationships/notesSlide" Target="/ppt/notesSlides/notesSlide8.xml" Id="Rcc7aac698f1e47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702d4e89d346a5" /><Relationship Type="http://schemas.openxmlformats.org/officeDocument/2006/relationships/image" Target="/ppt/media/image13.png" Id="Reed80c060c584258" /><Relationship Type="http://schemas.openxmlformats.org/officeDocument/2006/relationships/image" Target="/ppt/media/image14.png" Id="Rbc82a1c1318348b1" /><Relationship Type="http://schemas.openxmlformats.org/officeDocument/2006/relationships/notesSlide" Target="/ppt/notesSlides/notesSlide9.xml" Id="R425ba7e5bfd341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0c700ae02141ed" /><Relationship Type="http://schemas.openxmlformats.org/officeDocument/2006/relationships/image" Target="/ppt/media/image15.png" Id="Rb7ff86d759a84100" /><Relationship Type="http://schemas.openxmlformats.org/officeDocument/2006/relationships/image" Target="/ppt/media/image16.png" Id="R9ed089eef91b465b" /><Relationship Type="http://schemas.openxmlformats.org/officeDocument/2006/relationships/notesSlide" Target="/ppt/notesSlides/notesSlide10.xml" Id="R9ba442869cbe4d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98dad8fcfb4b6d" /><Relationship Type="http://schemas.openxmlformats.org/officeDocument/2006/relationships/image" Target="/ppt/media/image17.png" Id="R2e94c498ca1a4e5c" /><Relationship Type="http://schemas.openxmlformats.org/officeDocument/2006/relationships/image" Target="/ppt/media/image18.png" Id="R18bf417513324f5e" /><Relationship Type="http://schemas.openxmlformats.org/officeDocument/2006/relationships/notesSlide" Target="/ppt/notesSlides/notesSlide11.xml" Id="R94b4e3407dd544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37ef1eeb814edb" /><Relationship Type="http://schemas.openxmlformats.org/officeDocument/2006/relationships/image" Target="/ppt/media/image19.png" Id="Rafb4ef8eb1e34684" /><Relationship Type="http://schemas.openxmlformats.org/officeDocument/2006/relationships/image" Target="/ppt/media/image20.png" Id="R8831330006824b1a" /><Relationship Type="http://schemas.openxmlformats.org/officeDocument/2006/relationships/notesSlide" Target="/ppt/notesSlides/notesSlide12.xml" Id="Ra4e64d9ad26342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4ab76370554277" /><Relationship Type="http://schemas.openxmlformats.org/officeDocument/2006/relationships/image" Target="/ppt/media/image21.png" Id="R595ee6baf89c4de5" /><Relationship Type="http://schemas.openxmlformats.org/officeDocument/2006/relationships/image" Target="/ppt/media/image22.png" Id="R894a44379c7e453e" /><Relationship Type="http://schemas.openxmlformats.org/officeDocument/2006/relationships/notesSlide" Target="/ppt/notesSlides/notesSlide13.xml" Id="Rfcd9deefd33f4e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f9c88cd24f4c64" /><Relationship Type="http://schemas.openxmlformats.org/officeDocument/2006/relationships/image" Target="/ppt/media/image23.png" Id="Rb421f70c4d1c42bb" /><Relationship Type="http://schemas.openxmlformats.org/officeDocument/2006/relationships/image" Target="/ppt/media/image24.png" Id="Rb0cc7c11264d4558" /><Relationship Type="http://schemas.openxmlformats.org/officeDocument/2006/relationships/notesSlide" Target="/ppt/notesSlides/notesSlide14.xml" Id="Rc0a03536e18248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d9571f014d487d" /><Relationship Type="http://schemas.openxmlformats.org/officeDocument/2006/relationships/image" Target="/ppt/media/image25.png" Id="R70c1339cb29641c1" /><Relationship Type="http://schemas.openxmlformats.org/officeDocument/2006/relationships/notesSlide" Target="/ppt/notesSlides/notesSlide15.xml" Id="R742a1839901445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e833a0c30b4830" /><Relationship Type="http://schemas.openxmlformats.org/officeDocument/2006/relationships/image" Target="/ppt/media/image26.png" Id="R0fb36bcae226494a" /><Relationship Type="http://schemas.openxmlformats.org/officeDocument/2006/relationships/notesSlide" Target="/ppt/notesSlides/notesSlide16.xml" Id="Rf03d5cccd6ec4d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a56674c532428a" /><Relationship Type="http://schemas.openxmlformats.org/officeDocument/2006/relationships/image" Target="/ppt/media/image27.png" Id="R2aaea757d7174db2" /><Relationship Type="http://schemas.openxmlformats.org/officeDocument/2006/relationships/notesSlide" Target="/ppt/notesSlides/notesSlide17.xml" Id="R56557d00ee5742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759a648dc44d18" /><Relationship Type="http://schemas.openxmlformats.org/officeDocument/2006/relationships/image" Target="/ppt/media/image28.png" Id="Raf2fa4d6a9a44f49" /><Relationship Type="http://schemas.openxmlformats.org/officeDocument/2006/relationships/notesSlide" Target="/ppt/notesSlides/notesSlide18.xml" Id="Ra7ee71d1151043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7f0a63b48a43ef" /><Relationship Type="http://schemas.openxmlformats.org/officeDocument/2006/relationships/image" Target="/ppt/media/image29.png" Id="R90219858df714056" /><Relationship Type="http://schemas.openxmlformats.org/officeDocument/2006/relationships/notesSlide" Target="/ppt/notesSlides/notesSlide19.xml" Id="Reddc349dd8fc46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d7f75b52a446e7" /><Relationship Type="http://schemas.openxmlformats.org/officeDocument/2006/relationships/image" Target="/ppt/media/image30.png" Id="Rf7e8aa1c646148b0" /><Relationship Type="http://schemas.openxmlformats.org/officeDocument/2006/relationships/notesSlide" Target="/ppt/notesSlides/notesSlide20.xml" Id="Rdf34ff6e187a43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410a378c0241b7" /><Relationship Type="http://schemas.openxmlformats.org/officeDocument/2006/relationships/image" Target="/ppt/media/image31.png" Id="Ref74ebffd9684790" /><Relationship Type="http://schemas.openxmlformats.org/officeDocument/2006/relationships/image" Target="/ppt/media/image32.png" Id="Rf276467893ba444c" /><Relationship Type="http://schemas.openxmlformats.org/officeDocument/2006/relationships/notesSlide" Target="/ppt/notesSlides/notesSlide21.xml" Id="Rbd7c63b64c6540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D0E517-2B90-46C0-81DD-11EE7004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C93267-69BC-4777-95D7-91595C8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0"/>
            <a:ext cx="36393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0FFBF7-970E-4CB0-AEDF-AA22A55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PROPUESTA DE MEJORA DIGITAL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385E21-8E17-4148-9908-3ED13FAD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7132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Diagnóstico y plan de mejora
para convertir visitas en contactos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64FC71-3ACF-4BD0-B282-D58673A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INVIERTE360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1627A-7535-45CD-80D9-E6B96A35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Diagnóstico · soluciones · prioridades · propuesta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F4E4DCC-F703-4095-84D6-8DB9B52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7040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183C68-E43D-46E3-8852-6BEA4C5F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343400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Tesis central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816459-4CD6-4CB6-A24A-0E5D595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81728"/>
            <a:ext cx="6309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Convertir y medir mejor antes de escalar adquisición.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53fdc73c7460b"/>
          <a:srcRect xmlns:a="http://schemas.openxmlformats.org/drawingml/2006/main" l="33583" t="0" r="33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7968" y="1097280"/>
            <a:ext cx="2743200" cy="44805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6E191D-8C38-47EF-BBC3-48A4C8B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36208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Paquete de diagnóstico y estrategia · $100.000 CLP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D59ABD-1324-431F-9F5B-2F029212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C78C6CE-2355-44BD-9BEC-7756D594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12bb601f04878"/>
          <a:stretch xmlns:a="http://schemas.openxmlformats.org/drawingml/2006/main"/>
        </p:blipFill>
        <p:spPr>
          <a:xfrm xmlns:a="http://schemas.openxmlformats.org/drawingml/2006/main">
            <a:off x="657225" y="2647950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8f9689a1a45c2"/>
          <a:stretch xmlns:a="http://schemas.openxmlformats.org/drawingml/2006/main"/>
        </p:blipFill>
        <p:spPr>
          <a:xfrm xmlns:a="http://schemas.openxmlformats.org/drawingml/2006/main">
            <a:off x="7106172" y="5467350"/>
            <a:ext cx="913355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26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2C9826-91A7-4394-ACD3-966566A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BD41CE3-BD2F-43D0-951F-1B9E1D80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ALCANCE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8F7855-C68F-4BBB-AD0D-B4FE2B2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Qué se hizo hoy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A5098-6289-40C9-8314-5AFA045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26187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Revisión pública y pruebas funcionales. Sin acceso interno a plataformas.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1BABF4-376F-4612-81BA-0DC04EE7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8B044E-E8B1-416B-8892-26E28E3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EFF08E3-401C-45AC-BA97-81B9A47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Visualización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4C01E1-EA30-4587-88DB-FC99232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Home, navegación, catálogo, fichas, contenido y confianza.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2AE551-A85D-4A33-BE7E-9C810870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DF97B9E-5EC0-4D55-B497-0FAC2BF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8C0040-6856-4AE6-9C41-9F6A7FA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Pruebas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24331B6-AFC0-4E78-9919-6BFCF50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Formulario, WhatsApp, filtros, calculadora y recorridos.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FDBCFE9-A81D-45F2-A9E4-75002CE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27DD542-D672-4BA8-854F-93F7DF02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32904BA-5F2B-446B-80C8-15ADB575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BC079E1-488C-450E-A84D-35832C48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Continuidad entre interés, contacto y operación comercial.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CD965FB-761B-4C2D-BD68-FF24A2A3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340E882-8918-480B-A03C-DF81EF4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DAC026-E622-433F-946E-125A437F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Estrategia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8358AD4-9BE2-4499-8209-B276DB3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Priorización y mejoras propuestas a partir de lo observado.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CC7460F-5931-47ED-AE1B-57C9416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10972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2C17A5C-2B57-482F-B033-484A8024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96512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NO SE AUDITÓ INTERNAMENTE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9E7684D-CDBC-49BF-8D1C-9702C2B4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98848"/>
            <a:ext cx="9784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WordPress Admin · Hostinger · SMTP · GA4/GTM · Google Ads · Meta Ads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E9DB65C-E7CB-47E8-BF4A-E1BD2218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9496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Las causas internas y el rendimiento histórico quedan para una fase con acceso autorizado.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C41C9C0-491C-42E2-B8AE-0C0C3B96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B87A762-6176-4D5D-8FBC-4A872E7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9c267401743f9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51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445BF3-F192-4034-B72A-C96FA67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51D04B-CCC2-4D9F-95DA-910228A3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METODOLOGÍA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2E2D5E-0B63-4348-9873-FEC63FAA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Nivel de evidencia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432DE4D-9F6A-4A0E-AD8C-5B41FCE9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6FCE21-1414-49E5-93C2-74F5259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116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 · Comprobado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915BED-164B-4BBD-8DAB-4D74879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414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Prueba manual o confirmación directa.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67813AC-EE9E-4766-A305-34ED132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EB1A09-3AA1-4187-BD41-6A275486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0116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B · Público actual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B8AC02-CAFE-4EA4-9BA5-57463DA0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4414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Visible durante la revisión.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DA12B52-F43D-4A9F-AD5B-BC9F959A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EF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DB82F8-E6B1-4518-A2FF-9DA3033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40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C · Snapshot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DAF34D-B309-4E7F-B820-0BDDC74E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70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Hallazgo inicial que puede haber cambiado.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B8E439E-3754-4756-A33D-26965970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341C4EE-60F5-4C46-AB64-D7790136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840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D · Pendiente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0B62C9D-68F0-42D3-8C2F-5CD7083B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270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Requiere acceso interno.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BB0E8E4-55ED-4A0C-A96C-003939C2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Regla: no afirmar una causa técnica sin evidencia ni presentar como actual un problema histórico ya corregido.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99EB2A-164F-487B-BBCA-608CF47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59108E8-2BBD-4EFA-812C-CE75262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f1926dbaa4d2b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94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631C86-E0EB-4567-950B-7D7E2E5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7D1907-6E91-41B0-82C2-A76B4E5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RESUMEN EJECUTIVO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40F0944-44DA-457C-8144-A238765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 conversión requiere continuidad en cada paso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9E1356A-2FB4-440D-9FFF-A74CFF8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745EACF-1A68-4E1B-9444-83639492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4AFA62-4D43-4777-993B-8976B7F5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Captación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D6AD83E-9979-45FF-ADBC-356A5D0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Validar recepción real.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6E9F581-4353-4E4F-B2D2-96385E19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456BB98-0BD2-4258-AFDD-74CB02B4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9E06F6-4997-45DD-B761-4D008CF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Contexto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E3705A-3BB8-4299-8C87-4374797E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Conservar proyecto e intención.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58941C4-9C0A-4B5E-8A65-6ECBDC8E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BC84EE7-4F42-456C-A3E6-2D2E15E1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C6066E-4AE0-4169-9295-665D2FF6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F6A2AA-6B63-4330-AE6B-707C38B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Reducir fricción.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AD090EE-E1BB-482C-871A-43ABC63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216A0B9-1B85-4C96-82C7-AEBAE8AE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C1F2802-68D5-4B8D-8FDB-0B6E103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Confianza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82C0F2A-10CC-4DC1-9ADA-05ED107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Consistencia y prueba.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2303435-D710-4A8C-8896-4ADFC71E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3033C53-5C66-4A68-9E94-DADD7F5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5C48020-DBEF-4062-A8E6-70EEEAF6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Medición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4131347-7EAE-420D-A7D1-411FBD68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Acciones útiles, no solo visitas.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6A2C97B-26EC-4CA3-B091-5ABB449E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1097280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0443064-B2AE-4988-B652-65805DB3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TRÁFICO  →  INTERÉS  →  CONTACTO  →  SEGUIMIENTO  →  OPORTUNIDAD COMERCIAL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DA2FC50-592A-4FF3-AF9E-ECE086F7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Primero recuperar y medir. Después mejorar conversión y escalar.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0E828DE-9A13-4909-B642-E4D6440E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1690179-7A0A-48A6-AD23-9D857332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406b44a684837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28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3165EC-2B3D-4C82-B6E2-B3C41798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16E0E8-F184-4F30-99E8-D8D47BC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MAPA ACTUAL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53092E-5FC4-4DF3-839D-1794B21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Las interrupciones aparecen entre interés y seguimiento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1691975-F8C1-487C-9C67-2F86713A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EC0723-20B2-4D6C-B371-E4DC003C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Home / zona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8203E7-A864-4544-989A-ACFADF47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AB73E3F-22C3-44D1-B143-9C977243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6B61B6-AF50-4EA4-B7BD-FB8F75DC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Catálogo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3D40D2-42AF-4303-9BA5-8F9845F7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4423B14-3090-4F3D-B590-599B1F2A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82FF31D-2AC6-4A5F-AF7F-5B4418A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Ficha / cálculo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EFEB8B-CCCF-4ACE-90B1-687FC84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2A3A05-7647-4ED5-A2A0-5AF704F0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5FDF43-48B3-4EC0-8125-2B222DF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WhatsApp / form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0E5269-846E-42A1-84AA-1BB11853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9191617-5507-4201-A854-F4F18B5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BB1BD02-C7D7-427B-A6E3-DAF1E9F0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Excel / asesor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0F1428E-FB45-4F90-9990-9AF7981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CTA/anchor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1DBA5D0-BEE9-4F41-8202-17352691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filtros/taxonomía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2DDE4B-D124-40C9-8F1A-3C0241A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estado/contexto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28F233-3A6D-49F9-B7E5-49923DD8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recepción/origen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CE9E4C6-F40A-4CEC-999C-F41C788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seguimiento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135FBCA-9F94-4322-ACC3-3D45967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Objetivo del rediseño del recorrido: que cada paso conserve intención y tenga un siguiente paso verificable.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667D87A-0DEF-4733-B46A-FED5FEA7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CB0495D-A64E-4423-A06A-D5421FAD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78b044b354239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9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A942CA-5235-4DE9-913F-C5E2D3C6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85DDEF-4F04-444E-AE1E-61C45C73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5286F7F-041D-4775-9760-01C9483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Home: el recorrido debe terminar en una acción verificable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de83db2f5460f"/>
          <a:srcRect xmlns:a="http://schemas.openxmlformats.org/drawingml/2006/main" l="8770" t="0" r="8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F8EECE-BEEA-4B28-83F3-49272867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ABC61A-ED17-48EE-8B33-66619101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C65297D-98E9-4E21-8EB6-3040D89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Evidencia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BCFA490-A283-491E-8A68-076A8AA7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CTA/anchor observado en el levantamiento; revalidar estado actual.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9D2E82-CD1D-48E4-B3BA-A2CEE29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F2C8840-9ACD-4CA8-A3CF-1FFAA26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68A7D2C-F06B-4E97-BD72-5AC66A1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Impacto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BAF772-4C53-49F7-87FB-0C091571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Una interrupción puede desperdiciar intención.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8408891-CD7C-45AC-928C-D7E966A4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D2309F7-55E0-462D-A77D-FAF8BA26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2E7BFB0-277F-42E6-A764-EE084131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1962108-8303-4B89-A641-1DBA86E9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CTA por intención + destino funcional.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3034EA9-D6FC-4793-A24C-758EDD71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A0860E1-EB24-4D36-800B-9AAE321D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3D0C1A-50D7-4CC5-AC24-1D49C383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8091be4d04445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82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05ABFE-D524-4CB1-8C67-7A588A3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AED44C-967C-4898-AD3F-DAFFA4A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CFA8BA-BE0C-4EC3-9045-28D58E94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Filtros: hoy funcionan, pero necesitan más certeza de interacción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33f5eaa064d60"/>
          <a:srcRect xmlns:a="http://schemas.openxmlformats.org/drawingml/2006/main" l="9052" t="0" r="90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80145CE-F51F-4DD9-9877-4F84954F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AB839A-409E-40DD-89AC-A36DDCDB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144A1C2-B391-4406-8D55-50EE3A5B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2B0C798-4193-42E0-8F91-6779C81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Catálogo y filtros operativos.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1FE1C17-C67E-44C3-A782-1135EA82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477340D-FFDB-478D-BC4E-397A7C31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C4A7C5-EAA0-4E98-90FA-E8BA27A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Fricción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1BB5C9F-35E4-4080-B3C9-9FE4FE4F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Actualización / Aplicar puede sentirse redundante.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DC3FF5A-F133-4853-88EA-4E21D1A4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7C233E5-D72E-49B1-95DA-19939FD0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FE55F71-568F-4B76-AE7B-1919E03B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BCA7B84-FF97-4348-A0AB-08F8BC7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Una lógica clara + feedback + resultados.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5A3D1DB-08A6-4CE8-AF7E-B7E5B3B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07D66E8-B558-464E-A2AA-3B2FC36E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8CC441-C806-43E6-99BD-6C7E25D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e88844ee248a5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727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D0BCD0-A285-4F39-AC55-68B91AB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95F14F-35DE-4DF7-B5C0-D79F1F33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A99D4A-C94A-40C4-B1A7-C0673728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Formulario: éxito visual no equivale a contacto recibido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afd65ea274dbd"/>
          <a:srcRect xmlns:a="http://schemas.openxmlformats.org/drawingml/2006/main" l="9340" t="0" r="9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8ABED5C-6679-4747-B30F-123D08FE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04DAE96-E6AC-4AEB-A8F0-346FB51D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FF6E15A-49CF-49E0-8E4C-CB8DE7F8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Prueba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133055-DEA9-4296-B50C-F3DA0A1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 interfaz confirmó; Leonardo indicó no recepción.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5A07FAA-3653-4D46-87FF-47542E6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9C79B77-A789-44DB-91CB-A906ED6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CAFD659-41BB-4140-9020-017634AF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Riesgo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6B7380-92CA-451B-9544-19CD0D31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Posible pérdida de contactos.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1038FC5-6251-4F2E-93A8-1B2F813D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3037ADF-B1A6-402C-BC27-68DD01C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F6DA625-ED0C-4CAA-ADCB-CA01E3B3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2617FD9-99DF-4094-B1D1-484D9DDF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Destinatario · SMTP · logs · recepción real.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7E4E282-96AB-4D77-AE4F-00A17D4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07560B-CF9C-41DB-B40F-CF843BF4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A7DC37D-5EAD-4AF7-94D1-017093E8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032bc1a9e4b07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56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1F015E1-A298-43F2-A828-40543476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8B811D-3F28-4519-9783-DC224C17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E0A2A8-8F8F-4D76-9825-EC1D3838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WhatsApp: el contexto no es uniforme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80c060c584258"/>
          <a:srcRect xmlns:a="http://schemas.openxmlformats.org/drawingml/2006/main" l="8646" t="0" r="86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F83CF6-11E3-40B3-A5A9-1354A07A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052EAA5-1E03-492A-93C2-19797D3C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A2B5E9-B2B1-41BD-B5FC-BCD60D43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Fortaleza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F642565-B6AF-4341-B5B1-ECDDE17A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Ficha individual puede precargar proyecto.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098B2FF-46D0-4EAC-82B4-2532904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04D5A23-901F-45DC-A6CC-FEEE80C8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A0B7B6-5315-4514-9201-BDFAF20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Brecha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22F0066-5E80-4365-AE83-4D1DF317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Otros accesos entregan menos contexto.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A420C6D-3F49-4ED8-8E28-B6A91BD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4C86D1C-E03C-4BBC-8030-73E2C34E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75AE134-C8C4-427D-B5CF-2588876F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DDADC8C-D59F-4B2A-ADA0-56CAFB80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Proyecto + comuna + origen + URL.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A9EEFE3-9C30-414A-B816-0FAE89B5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1B97BA4-A906-465A-ACC2-71D355C0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7B69FEB-38A2-45DC-B3CC-3CC2ADE7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2a1c1318348b1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84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F030C6-A09F-46EB-8BDD-D8F68F3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05795D-96BB-4F46-A202-10488B74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74CF48-241E-4E5B-B038-DD45CB9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Calculadora: existe intención de alto valor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f86d759a84100"/>
          <a:srcRect xmlns:a="http://schemas.openxmlformats.org/drawingml/2006/main" l="8382" t="0" r="83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0368BD6-809E-4F2E-8F1E-76338A3B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906621D-0DF3-497B-BF37-7B61ECB8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A2C259-2C68-49C9-A0F0-ACE7D798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Fortaleza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BB577E0-0C79-411C-965B-6D5B6DA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Simulación con variables financieras.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4AF18DA-4116-4CA5-B99E-A856F67B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C382CD6-9458-4A9B-A3E3-7E80ABDC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A94390-E3DA-4BDC-878D-B7243E7D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Brecha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442D84-FC72-4B6E-ACAF-F65E9476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No continúa estructuradamente hacia contacto.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BF01FC1-8C2E-4EAF-B269-CE7FE460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1AA603E-C184-4390-BDF5-6DB5F544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11DA2F-1303-49EE-A9E0-0B1FDA95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0985E03-280C-4DBB-A14E-FB67DDFA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Simulación → proyectos compatibles → asesor.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0E8A11-109A-40A9-81BF-623A95A6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4FA9BBF-BAF9-42F8-873C-9CD19C1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E269686-2C54-4BD7-B883-CCE4A7A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089eef91b465b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53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56FE05-8072-4B49-B87C-C39A9AD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3AFB94-FB4C-40F2-83C7-E50190AB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D523E7-DF25-4F0D-A429-E7839C4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Quiénes somos: la confianza debe ser verificable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4c498ca1a4e5c"/>
          <a:srcRect xmlns:a="http://schemas.openxmlformats.org/drawingml/2006/main" l="8837" t="0" r="88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F556AAE-3AE9-4392-9844-600E2EB3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20A0917-6436-44C7-88CB-F16B1BDB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BDFDF4-29BB-4613-A3D6-ED12BD0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82F505B-1D65-4508-BB51-E74826F1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Copy de cercanía y asesoría.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3B5BB72-A46E-4493-9112-B63D87A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71F32AF-09AE-4215-8D78-6C5AF9E2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EA4352-CFBA-4D15-899A-F05450A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Oportunidad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79439C1-8CAE-4457-95C9-256B9F7A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Equipo, experiencia y metodología.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9FDB350-8C72-4B9C-90CD-214AF18E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4AB1C77-537D-4DA6-8675-FCA12FED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69195ED-E376-4EEA-8BDF-C9084A22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Regla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7A25F37-436D-4800-8DCD-11DF3C80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Solo evidencia real y autorizada.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E7D26B-81E0-441F-A43B-3E9704D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897BD3E-4821-42ED-840C-95BFA8E1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A245E7A-3309-42B1-8E16-E811615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f417513324f5e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2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208046-1A87-4652-BA22-B8BA9D30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3C25CE5-C3AE-4762-8438-DC26011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36CCD7-FAC8-4BEB-BD82-85D39E3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Ficha: estado y contenido deben compartir una fuente de verdad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4ef8eb1e34684"/>
          <a:srcRect xmlns:a="http://schemas.openxmlformats.org/drawingml/2006/main" l="8727" t="0" r="8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1D3A2EF-BB1E-4387-99F1-EB185E5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6F09982-BAA7-4F08-A08D-6753FB2F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E38B84-739B-4FFD-9C8C-B4B4E597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Hallazgo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0835134-EB76-4FF4-8247-00279E6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 observó inconsistencia estado/copy.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7E4EA94-0697-438E-BE09-AE6AC828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7050137-B810-4FAD-A707-63070028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69509B-B365-4245-B87E-CC8F6E2A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Impacto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8B038CC-19E0-4B2B-BB5C-5A2D8F25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Confianza y filtros.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EA41852-DA40-478B-9616-9E1FF36F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0447675-341F-47BF-AFD4-01D57160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A80F926-F009-4C92-8B66-E55B1A6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27E4BD-4872-42DD-A1B4-76F1FEE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Modelo único de estado + validación editorial.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957373C-7495-4BE6-8994-014B16D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722DB14-D69C-48F7-9E2E-AC130A28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5A831DE-579D-4D78-8B90-58B4CFD2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1330006824b1a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550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2958CF-DF46-49CA-AC40-E7C3B417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6EED0E-FEFB-46BC-9B65-3523C07D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1CDCBC-D46C-4330-B276-B0EDC582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Vendedor: una intención distinta necesita un recorrido distinto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ee6baf89c4d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85950"/>
            <a:ext cx="5715000" cy="371475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3D6C07-ACA1-47D7-93A6-86B636E8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6E278E5-112B-4914-93D9-71900C4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9C162D-ACD2-4B93-9789-C72E6D7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4A246F5-2B22-406C-A5A8-1C17806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Deriva al contacto genérico.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26FB2AE-467D-49FA-8308-50101C2F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26B6C50-BDD4-496C-A1DE-83FFAA83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17C9A3-2626-465B-9BD2-2BCD7A7B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Problema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DC3ACA-C559-45BF-B5D9-6A818292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 mezcla vendedor con inversionista.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7C95EAA-A880-4710-BDE9-46B1DC9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E2D706E-DCEA-44A1-A398-9CAA6AF0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0C83D75-A4B4-4A13-8D97-C9E5C5F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B8A210-F33B-4D28-906F-9F21B42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Landing + formulario específico.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900EBB-6FDA-401D-A93C-1DE9D126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6FF7DE-10B5-4260-9220-96157A29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86D224-86D0-4B3E-90EB-1D71361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a44379c7e453e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422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4E8B9-FC38-435E-856E-CB64C06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5EC395-041C-458F-87FD-83B5FD8C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4B546F-59FC-4D14-ABEB-DC47CD2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Beneficios: claridad de condiciones protege la confianza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1f70c4d1c42bb"/>
          <a:srcRect xmlns:a="http://schemas.openxmlformats.org/drawingml/2006/main" l="8645" t="0" r="86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608983-DA71-4C09-A597-2EFFC807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A6C56C5-6119-42DA-BC0B-1757D022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6A2190-8D3A-4FE7-BA66-6DDABD4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Observado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C667E15-2F1D-46AD-BBB6-7DEB250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Bono pie / arriendo garantizado.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A134DA1-5AD3-4776-85A5-8BAD74CE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B0EA9D2-404C-4B5B-BEE6-495674A3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A4051D-42A9-45A9-8516-06AED4F8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Riesgo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61F0F3-B43C-48C7-8138-00910722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Ambigüedad si se generalizan condiciones.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348C2A8-AB75-4465-8D0F-22FD44E7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056EDDB-3255-4E11-A0DB-DC578A9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9FB24B5-2361-4BF6-B7C0-B97CFBEB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7B37D40-7C81-4204-ACF4-75FC0FF1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Vigencia + proyecto + condiciones.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FC1B054-EA27-4B0C-90D9-81194D48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2F4E83E-9617-4B99-9615-EB6E3ED2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6378CD2-A3B3-4747-A1A4-2ADA6222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c7c11264d4558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382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786786-0AA2-45FE-A08C-C6A924A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70244E-8152-43EE-96D7-6396532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ROADMAP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5D4E00-7750-4D3D-A773-839BE1B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Secuencia de implementación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B7ADD13-1802-45E1-A5CF-0E866480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EFD98DC-E2AF-4399-A35E-06897C2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92808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P0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D4B036C-15E6-45D2-BCF1-293797EA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65376"/>
            <a:ext cx="18288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Validación técnica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204DA44-DF3C-46EF-9B79-348790BE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65376"/>
            <a:ext cx="7498079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Formulario · CTA · estados | Salida: recepción probada + baseline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C88B1C3-6F5C-49E3-96B6-07CAF825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32888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F5D8B5E-443A-4984-B688-7B410F9C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34056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C8F953-0CD9-41AC-9C6A-95F4F5E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706624"/>
            <a:ext cx="18288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Contexto del lead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6894305-3E6D-4122-8421-9182B1E7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06624"/>
            <a:ext cx="7498079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WhatsApp · vendedor · catálogo | Salida: lead con contexto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5BAF811-6150-4E0B-9942-A31AB22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74136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65452B-0793-4521-BDB0-D521CCA8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753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5F6E3A5-2C97-493A-9353-18B1F591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54787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E009705-7B45-43D3-9D62-12653C15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47872"/>
            <a:ext cx="7498079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Filtros · ficha · calculadora | Salida: recorridos aprobados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112BE52-2CC7-46F5-9195-053B0679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15384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A64063-28D3-432B-B3F4-FAAED87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165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C4E6CFE-AD0B-4C83-A42A-DFC23A85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38912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Medición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66DCBCB-085F-4818-A0F6-2D7702DF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389120"/>
            <a:ext cx="7498079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GA4/GTM · UTMs · seguimiento | Salida: origen ligado al lead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A8F62AA-DEF2-46F8-A8A1-E6A9BE0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56632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4BACDE1-C5CB-479D-A3AE-BA4DE1C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P4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5ED5A9-4E9F-46CD-9355-3B69BFB3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230368"/>
            <a:ext cx="18288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Escalar con evidencia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8B7625-BA18-413E-A173-6CB6416C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230368"/>
            <a:ext cx="7498079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SEO · campañas | Avanzar con trazabilidad y calidad del lead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9E6683B-1DE4-4E45-A409-D00A7D51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033416C-42CF-4F4E-9ED5-4FAE7CE3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1339cb29641c1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4FFAE-33CC-406A-9364-F95732F0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Dependencia: iniciar SEO y campañas cuando la medición confirme origen, recepción y calidad del lead.</a:t>
            </a:r>
          </a:p>
        </p:txBody>
      </p:sp>
    </p:spTree>
    <p:extLst>
      <p:ext uri="{BB962C8B-B14F-4D97-AF65-F5344CB8AC3E}">
        <p14:creationId xmlns:p14="http://schemas.microsoft.com/office/powerpoint/2010/main" val="9315666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F6685C-A299-4F13-BC11-915F2730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1204D7-EEAE-4EAE-97E7-D330C0D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RECORRIDOS PROPUESTOS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FA0B3B-1800-46AD-B5B5-FB0117DD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No todos los usuarios tienen la misma intención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3494B2-3B5E-41D3-AFD3-9B319D9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142308-8AF1-4875-B935-C5770946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0EB35B5-FB40-4AD0-975B-CC42C43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476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Inversionista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B3C6AD3-29EA-4149-A07F-904E9D6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Campaña/SEO → proyecto → simulación → WhatsApp/cotización → asesoría → Excel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CAC806A-F707-4A3D-9DA9-94CDBE6B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76C4516-6D26-4E74-98DA-9D135450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0BB65B-309F-413F-A2A8-340E2BA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476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Educación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4D02B1-82BF-4C0E-83F6-0ECE2923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134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Contenido/calculadora → resultado → captura → proyectos compatibles → asesoría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DA101D2-FEF7-4555-A389-A5EF1664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9BA9C55-9624-4976-8D3B-8B99ADC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94D3976-BB2A-4C35-8F32-4DD441A8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Propietario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0ADCB0-4CED-4B95-B7F1-6CBEC55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422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Vende tu propiedad → formulario específico → evaluación → contacto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7FB5C52-3D9D-4278-8910-566750DE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FDE1D54-D7F1-4436-B065-C15537D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8648811-9192-4AD9-A5FA-4B5E32B8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764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Recuperación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CF0F740-9055-41C2-9CD5-E1A1A2CF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422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Visita sin conversión → remarketing → proyecto/landing → contacto contextual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E09CC48-FBA8-4A09-8BE3-9AD1E215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F92CDA8-DF6A-413E-9CE6-3C8BCC04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36bcae226494a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678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AFB13E-92CD-4588-8839-A374D04A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5EDE4C6-FDA0-4E25-9D35-F5F8185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MEDICIÓN PROPUESTA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097453-134A-470F-BF69-28CFABA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Eventos recomendados, pendientes de validación interna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FA96349-5FB0-4F11-BC19-EA65AF90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1E12E3-524F-48D6-983B-27CA4F7D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view_project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A5791B-725B-46B3-A363-A822F529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D39F44B-3DAA-4ECB-BD26-1DCCA646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search_projects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BAE24-29B6-40E5-8021-16F77A70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6357CC8-2630-4D3E-AE22-2C46A0E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use_calculator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999D5E4-6BE6-4913-8B69-6B85BE2B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715FE69-2F21-45CE-B8D3-B6E163A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click_whatsapp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35020F2-FCD0-4C07-9E73-25887899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28CACA0-DBD3-4839-8DDF-848954A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generate_lead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2420465-1DD4-4571-849E-6C2B473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EF3CA5-B836-4DC1-87A2-DB6C69DA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schedule_meeting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82871A1-2C9A-4758-9F9F-A2321F55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108813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3095FEC-2984-4F8B-8A99-368C27B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73752"/>
            <a:ext cx="10378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Hipótesis a comprobar: una conversión basada solo en el mensaje de éxito podría contarse aunque el contacto no llegue.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4544243-9822-4F05-B17A-C217ACC4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D6C5A8D-E15E-49CD-8463-AA812966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ea757d7174db2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426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457D81-FCDD-4DA3-BE58-32E61B07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1C7A14-F1CC-42CE-9DA5-7B1725C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BENCHMARK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6E2BA2-89DA-4E72-AC3B-F7A2D1E0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Aprender del recorrido, no copiar interfaces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AA8159C-09FC-4F22-A090-62B4FE07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027FEE9-2071-479C-AF16-FF680F63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49FF9-E644-4E87-BE15-D119754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Houm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F966C3-94B5-474A-9043-99891BB8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Catálogo + datos/proyecciones + asesoría.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890538E-3D18-4316-B70B-40EE7F5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4491CE6-E327-48D2-AF4C-10DE05E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65AC12-EEF4-42A8-80FE-4B8A99A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Propital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B35FAE-65F1-4C8C-874B-EE9C6748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Filtros amplios y navegación por criterios.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0E192B-1E13-4885-A9B5-C5CB865F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A06214A-D0CA-4084-8E0A-C5CF41F9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7A9C332-8604-4E00-BAF2-35754C48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Capitalizarme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8D86B8-ACE2-4BDA-B466-64C8184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Perfil/capacidad + inversión + reunión.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0C6F633-E796-4E8F-9ECA-A0478272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10881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BB6F7A0-D4BD-4C4B-9366-22D86AA0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371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PROYECTO  →  NÚMEROS / CAPACIDAD  →  ASESORÍA CON CONTEXTO  →  SEGUIMIENTO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07B94B8-BBD7-43BB-A05F-1806579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7784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Aplicación: mantener WhatsApp + Excel, pero recibir un lead mejor identificado.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DF183A-33E1-4821-A0FB-3394C8B0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BA912AC-CA0A-43AE-95C8-EEE5FA61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fa4d6a9a44f49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150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78FA26-3C5D-465C-9315-05B41E1D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14B7C2-8001-4E26-BC7B-8FC87E10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SIGUIENTE FASE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C4286F-64E8-4C64-A52B-A50654F1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 plataforma se define tras la auditoría técnica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0A81C5C-1CE1-47E1-B6E6-26E05488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5D21A65-FFCC-4EA3-B892-B37569D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53363B-ED14-4D25-8469-2A4B6B2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WordPress optimizado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A64D6B-A827-4EDA-9FFF-E0C5124B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Menor migración si la base es estable.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F8B372C-DA48-4F4F-9A2A-20593D80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9964A26-372C-4A13-AA5F-34BC656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5CBCC0-1BB9-4CA5-9463-D403A903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Next.js + CMS y base de datos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684718-A8FC-4372-956F-5C3D8AD1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Mayor control, pero exige migración y administración.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1B79C9B-327B-4AC1-A199-7AEF7A0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3AC0B54-1AD3-4425-A554-AA54BD21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87A840A-9677-470C-A6ED-8915E2B6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Next + WP headless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40DDB8A-8200-4A86-89DD-31D36F4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WP como backend + frontend desacoplado; más integración.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B29134-AFBE-4D76-9531-AC99168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Hoy no existe acceso suficiente para recomendar una migración como conclusión del diagnóstico.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A4E3CA4-D1D7-4FC8-BBF4-872E3ED0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Fase 0 futura: WordPress · hosting · SMTP · datos · tracking · SEO · seguridad · costo de mantener vs. migrar.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72069DD-14D1-40CA-8892-3FB62221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25B4045-7F8F-4886-92FE-4F97BAA6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19858df714056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522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81F512-E1F4-4221-8F1E-DFB64F8D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A9D3FB0-BF3B-4B20-B5AE-0241A402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PROPUESTA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996744-3F09-47B4-AA67-3362AAB4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Diagnóstico y Estrategia Digital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9FFA681-A056-454F-8D0B-6BF1F1B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685E94-5AF6-42CE-8CDC-A78F061A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01 · Informe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89336C0-BB7F-4DC3-A827-0D8D5289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Respaldo metodológico, hallazgos, impacto, prioridades y recomendaciones.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4DF042B-835C-41DD-9AF4-B44DDDF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58018DC-5A0D-4B89-ACB2-A7D582CA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02 · Presentación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C7E939D-54B9-418C-8B3F-340E9B39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Versión ejecutiva y visual del diagnóstico.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1996C5-B08D-417F-840C-31BE4481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7A4AF1D-1646-48A9-B305-F968173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03 · Roadmap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2E6682A-04F3-45BA-BAC9-89EC9D02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Fases, acciones, resultados y condiciones para avanzar.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D96092-D5CE-48F0-8419-185B656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246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464E"/>
                </a:solidFill>
                <a:latin typeface="Arial"/>
                <a:ea typeface="Arial"/>
                <a:cs typeface="Arial"/>
              </a:rPr>
              <a:t>VALOR DEL PAQUETE  ·  $100.000 CLP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8351EE-2D15-4FB4-9C74-28B2183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2356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 implementación técnica es una etapa independiente y se define después de validar accesos y alcance.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7196D7C-9677-4546-AF05-9BD4B561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7FACA9-8AA9-43E6-97AE-BAB5AA3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8aa1c646148b0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714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2A0AABB-5880-4C03-A8C7-84FBC11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4D7947-0C0A-4704-B38D-FA6496C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SIGUIENTE PASO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D89CCD-075C-4E07-8A61-5EF1E1B7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La prioridad es convertir el interés en contactos medibles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3DCA34-C485-4DC7-B035-E3FC625D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402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 propuesta mejora seis momentos del recorrido: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A3A210A-CF0D-4107-AF4E-C115A24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5FEBE06-8FA8-459C-A2E7-CE74125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¿de dónde llegó?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CDC8C0C-126B-4DFE-9983-968F6D5D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33AC033-ECF9-486C-BBBA-D62FE41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buscó?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8CFB373-F625-419B-A307-92CD6C2A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294126-612E-422C-BEF8-169B91E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le interesó?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CC66BBB-4C71-4A2F-8496-2981B8B2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CAC305-FB76-4D48-A78E-CF7D55AF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¿cómo contactó?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AA650DF-EA16-4C7F-B203-75B0963F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061B103-434B-408B-8353-446ECA1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¿el contacto llegó?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54F84DA-CED5-4F2E-A6DB-8A5528F9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2399DC-17FB-40AB-A096-D9037043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pasó después?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6E7201A-03A0-46BD-898E-84B3F3A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Aprobar el paquete presentado · $100.000 CLP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44A735-83E0-4303-B97B-657808C5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63640"/>
            <a:ext cx="10698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Carlos Lozano · Desarrollo web · UX/UI · Conversión · Analítica técnica · SEO técnico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A54BBD8-78A1-46C7-B465-DA6544A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F2AD17A-02EA-4B07-A9F5-1F0FAC4D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4ebffd9684790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6467893ba444c"/>
          <a:stretch xmlns:a="http://schemas.openxmlformats.org/drawingml/2006/main"/>
        </p:blipFill>
        <p:spPr>
          <a:xfrm xmlns:a="http://schemas.openxmlformats.org/drawingml/2006/main">
            <a:off x="10306050" y="5222190"/>
            <a:ext cx="742950" cy="8522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471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2026-09-30T03:01:29.1290000Z</dcterms:created>
  <dcterms:modified xsi:type="dcterms:W3CDTF">2026-09-30T03:01:29.1290000Z</dcterms:modified>
</coreProperties>
</file>