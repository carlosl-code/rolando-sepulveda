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ac178cd59a4f60" /><Relationship Type="http://schemas.openxmlformats.org/officeDocument/2006/relationships/extended-properties" Target="/docProps/app.xml" Id="Rb172506255364f6b" /><Relationship Type="http://schemas.openxmlformats.org/officeDocument/2006/relationships/officeDocument" Target="/ppt/presentation.xml" Id="R8b1391b0718d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28e5159064982"/>
  </p:sldMasterIdLst>
  <p:notesMasterIdLst>
    <p:notesMasterId xmlns:r="http://schemas.openxmlformats.org/officeDocument/2006/relationships" r:id="Rf02dbcdbe649448c"/>
  </p:notesMasterIdLst>
  <p:sldIdLst>
    <p:sldId xmlns:r="http://schemas.openxmlformats.org/officeDocument/2006/relationships" id="256" r:id="R046f5bac8e32468e"/>
    <p:sldId xmlns:r="http://schemas.openxmlformats.org/officeDocument/2006/relationships" id="257" r:id="R36ea5239f9274b95"/>
    <p:sldId xmlns:r="http://schemas.openxmlformats.org/officeDocument/2006/relationships" id="258" r:id="R4ba2cc4885714a67"/>
    <p:sldId xmlns:r="http://schemas.openxmlformats.org/officeDocument/2006/relationships" id="259" r:id="Ra1c3cf14b6274173"/>
    <p:sldId xmlns:r="http://schemas.openxmlformats.org/officeDocument/2006/relationships" id="260" r:id="Rbb2bf2b10e0d4c91"/>
    <p:sldId xmlns:r="http://schemas.openxmlformats.org/officeDocument/2006/relationships" id="261" r:id="Re55545e00f364b82"/>
    <p:sldId xmlns:r="http://schemas.openxmlformats.org/officeDocument/2006/relationships" id="262" r:id="R565d773863584f05"/>
    <p:sldId xmlns:r="http://schemas.openxmlformats.org/officeDocument/2006/relationships" id="263" r:id="R7c2fa7e8bcf3418f"/>
    <p:sldId xmlns:r="http://schemas.openxmlformats.org/officeDocument/2006/relationships" id="264" r:id="R70bd9ee27e3b467a"/>
    <p:sldId xmlns:r="http://schemas.openxmlformats.org/officeDocument/2006/relationships" id="265" r:id="Re3d708df9c0247a4"/>
    <p:sldId xmlns:r="http://schemas.openxmlformats.org/officeDocument/2006/relationships" id="266" r:id="R8352e2edcd114530"/>
    <p:sldId xmlns:r="http://schemas.openxmlformats.org/officeDocument/2006/relationships" id="267" r:id="R0a242384892749ed"/>
    <p:sldId xmlns:r="http://schemas.openxmlformats.org/officeDocument/2006/relationships" id="268" r:id="Rb1d304d7433641ac"/>
    <p:sldId xmlns:r="http://schemas.openxmlformats.org/officeDocument/2006/relationships" id="269" r:id="R16413b29006547ea"/>
    <p:sldId xmlns:r="http://schemas.openxmlformats.org/officeDocument/2006/relationships" id="270" r:id="R87fb379e2e1c43cf"/>
    <p:sldId xmlns:r="http://schemas.openxmlformats.org/officeDocument/2006/relationships" id="271" r:id="R4f545a623970440c"/>
    <p:sldId xmlns:r="http://schemas.openxmlformats.org/officeDocument/2006/relationships" id="272" r:id="R87860d00ae0a448a"/>
    <p:sldId xmlns:r="http://schemas.openxmlformats.org/officeDocument/2006/relationships" id="273" r:id="Rb4db970058f64e17"/>
    <p:sldId xmlns:r="http://schemas.openxmlformats.org/officeDocument/2006/relationships" id="274" r:id="Rd55064666c3841b3"/>
    <p:sldId xmlns:r="http://schemas.openxmlformats.org/officeDocument/2006/relationships" id="275" r:id="R999547ac5d5b4325"/>
    <p:sldId xmlns:r="http://schemas.openxmlformats.org/officeDocument/2006/relationships" id="276" r:id="Rdc98565b5fc243a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409aea2993486e" /><Relationship Type="http://schemas.openxmlformats.org/officeDocument/2006/relationships/slideMaster" Target="/ppt/slideMasters/slideMaster1.xml" Id="R10928e5159064982" /><Relationship Type="http://schemas.openxmlformats.org/officeDocument/2006/relationships/notesMaster" Target="/ppt/notesMasters/notesMaster1.xml" Id="Rf02dbcdbe649448c" /><Relationship Type="http://schemas.openxmlformats.org/officeDocument/2006/relationships/presProps" Target="/ppt/presProps.xml" Id="R993471b4429549ce" /><Relationship Type="http://schemas.openxmlformats.org/officeDocument/2006/relationships/viewProps" Target="/ppt/viewProps.xml" Id="R47c92de128ef428f" /><Relationship Type="http://schemas.openxmlformats.org/officeDocument/2006/relationships/tableStyles" Target="/ppt/tableStyles.xml" Id="R6995deb9cec34e6b" /><Relationship Type="http://schemas.openxmlformats.org/officeDocument/2006/relationships/slide" Target="/ppt/slides/slide1.xml" Id="R046f5bac8e32468e" /><Relationship Type="http://schemas.openxmlformats.org/officeDocument/2006/relationships/slide" Target="/ppt/slides/slide2.xml" Id="R36ea5239f9274b95" /><Relationship Type="http://schemas.openxmlformats.org/officeDocument/2006/relationships/slide" Target="/ppt/slides/slide3.xml" Id="R4ba2cc4885714a67" /><Relationship Type="http://schemas.openxmlformats.org/officeDocument/2006/relationships/slide" Target="/ppt/slides/slide4.xml" Id="Ra1c3cf14b6274173" /><Relationship Type="http://schemas.openxmlformats.org/officeDocument/2006/relationships/slide" Target="/ppt/slides/slide5.xml" Id="Rbb2bf2b10e0d4c91" /><Relationship Type="http://schemas.openxmlformats.org/officeDocument/2006/relationships/slide" Target="/ppt/slides/slide6.xml" Id="Re55545e00f364b82" /><Relationship Type="http://schemas.openxmlformats.org/officeDocument/2006/relationships/slide" Target="/ppt/slides/slide7.xml" Id="R565d773863584f05" /><Relationship Type="http://schemas.openxmlformats.org/officeDocument/2006/relationships/slide" Target="/ppt/slides/slide8.xml" Id="R7c2fa7e8bcf3418f" /><Relationship Type="http://schemas.openxmlformats.org/officeDocument/2006/relationships/slide" Target="/ppt/slides/slide9.xml" Id="R70bd9ee27e3b467a" /><Relationship Type="http://schemas.openxmlformats.org/officeDocument/2006/relationships/slide" Target="/ppt/slides/slide10.xml" Id="Re3d708df9c0247a4" /><Relationship Type="http://schemas.openxmlformats.org/officeDocument/2006/relationships/slide" Target="/ppt/slides/slide11.xml" Id="R8352e2edcd114530" /><Relationship Type="http://schemas.openxmlformats.org/officeDocument/2006/relationships/slide" Target="/ppt/slides/slide12.xml" Id="R0a242384892749ed" /><Relationship Type="http://schemas.openxmlformats.org/officeDocument/2006/relationships/slide" Target="/ppt/slides/slide13.xml" Id="Rb1d304d7433641ac" /><Relationship Type="http://schemas.openxmlformats.org/officeDocument/2006/relationships/slide" Target="/ppt/slides/slide14.xml" Id="R16413b29006547ea" /><Relationship Type="http://schemas.openxmlformats.org/officeDocument/2006/relationships/slide" Target="/ppt/slides/slide15.xml" Id="R87fb379e2e1c43cf" /><Relationship Type="http://schemas.openxmlformats.org/officeDocument/2006/relationships/slide" Target="/ppt/slides/slide16.xml" Id="R4f545a623970440c" /><Relationship Type="http://schemas.openxmlformats.org/officeDocument/2006/relationships/slide" Target="/ppt/slides/slide17.xml" Id="R87860d00ae0a448a" /><Relationship Type="http://schemas.openxmlformats.org/officeDocument/2006/relationships/slide" Target="/ppt/slides/slide18.xml" Id="Rb4db970058f64e17" /><Relationship Type="http://schemas.openxmlformats.org/officeDocument/2006/relationships/slide" Target="/ppt/slides/slide19.xml" Id="Rd55064666c3841b3" /><Relationship Type="http://schemas.openxmlformats.org/officeDocument/2006/relationships/slide" Target="/ppt/slides/slide20.xml" Id="R999547ac5d5b4325" /><Relationship Type="http://schemas.openxmlformats.org/officeDocument/2006/relationships/slide" Target="/ppt/slides/slide21.xml" Id="Rdc98565b5fc2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89ce97109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e3e1f1ee974175" /><Relationship Type="http://schemas.openxmlformats.org/officeDocument/2006/relationships/notesMaster" Target="/ppt/notesMasters/notesMaster1.xml" Id="R87c63c2db33f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cdf412eff44ae" /><Relationship Type="http://schemas.openxmlformats.org/officeDocument/2006/relationships/notesMaster" Target="/ppt/notesMasters/notesMaster1.xml" Id="R9dd809e7dc12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90e35edfd14971" /><Relationship Type="http://schemas.openxmlformats.org/officeDocument/2006/relationships/notesMaster" Target="/ppt/notesMasters/notesMaster1.xml" Id="Rbe26a5256cca4b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253d91d9f043d8" /><Relationship Type="http://schemas.openxmlformats.org/officeDocument/2006/relationships/notesMaster" Target="/ppt/notesMasters/notesMaster1.xml" Id="Rf81647451b79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727981b5f4809" /><Relationship Type="http://schemas.openxmlformats.org/officeDocument/2006/relationships/notesMaster" Target="/ppt/notesMasters/notesMaster1.xml" Id="R75033d9f20644e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c6e4ba88d47f6" /><Relationship Type="http://schemas.openxmlformats.org/officeDocument/2006/relationships/notesMaster" Target="/ppt/notesMasters/notesMaster1.xml" Id="Rc6257fc105f144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e49687fa5f46e3" /><Relationship Type="http://schemas.openxmlformats.org/officeDocument/2006/relationships/notesMaster" Target="/ppt/notesMasters/notesMaster1.xml" Id="Re731b4f35451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2b17d89df4705" /><Relationship Type="http://schemas.openxmlformats.org/officeDocument/2006/relationships/notesMaster" Target="/ppt/notesMasters/notesMaster1.xml" Id="Rf369fae8198f48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e5500ff6734692" /><Relationship Type="http://schemas.openxmlformats.org/officeDocument/2006/relationships/notesMaster" Target="/ppt/notesMasters/notesMaster1.xml" Id="Reea3829755e847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7afcc4e85d4130" /><Relationship Type="http://schemas.openxmlformats.org/officeDocument/2006/relationships/notesMaster" Target="/ppt/notesMasters/notesMaster1.xml" Id="R217a753801a24f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034fc38fac4f89" /><Relationship Type="http://schemas.openxmlformats.org/officeDocument/2006/relationships/notesMaster" Target="/ppt/notesMasters/notesMaster1.xml" Id="Rae89f4bc03a5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9185ee6abb40b4" /><Relationship Type="http://schemas.openxmlformats.org/officeDocument/2006/relationships/notesMaster" Target="/ppt/notesMasters/notesMaster1.xml" Id="R3dc3593fc4e64b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012ae201a6423c" /><Relationship Type="http://schemas.openxmlformats.org/officeDocument/2006/relationships/notesMaster" Target="/ppt/notesMasters/notesMaster1.xml" Id="R2bf739c6509144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c8d84493724036" /><Relationship Type="http://schemas.openxmlformats.org/officeDocument/2006/relationships/notesMaster" Target="/ppt/notesMasters/notesMaster1.xml" Id="R1b484861a86d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28209f6cf3491c" /><Relationship Type="http://schemas.openxmlformats.org/officeDocument/2006/relationships/notesMaster" Target="/ppt/notesMasters/notesMaster1.xml" Id="Rdb0544c921e349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ca3ae7e106496d" /><Relationship Type="http://schemas.openxmlformats.org/officeDocument/2006/relationships/notesMaster" Target="/ppt/notesMasters/notesMaster1.xml" Id="R2f2c96ca44b14e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12ed045c3e4173" /><Relationship Type="http://schemas.openxmlformats.org/officeDocument/2006/relationships/notesMaster" Target="/ppt/notesMasters/notesMaster1.xml" Id="R3d48ae8f7a3a41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8817897cb74cd7" /><Relationship Type="http://schemas.openxmlformats.org/officeDocument/2006/relationships/notesMaster" Target="/ppt/notesMasters/notesMaster1.xml" Id="R1ccdcfb94bf7404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72ff87845a42fa" /><Relationship Type="http://schemas.openxmlformats.org/officeDocument/2006/relationships/notesMaster" Target="/ppt/notesMasters/notesMaster1.xml" Id="Rf5c6357d1b5945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1d46b8a4424106" /><Relationship Type="http://schemas.openxmlformats.org/officeDocument/2006/relationships/notesMaster" Target="/ppt/notesMasters/notesMaster1.xml" Id="R07565efa958242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090b2123244473" /><Relationship Type="http://schemas.openxmlformats.org/officeDocument/2006/relationships/notesMaster" Target="/ppt/notesMasters/notesMaster1.xml" Id="R03d4b39a246743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54d35f03d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06ccfb79d48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2c9936df64a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e88d46bc342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976e037e549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e7a5465e545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5531617584d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224dbcf504f8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8d5cf6b644c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79760c59e4a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b0e4fc6bd45b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8E804F-886A-4B97-A996-D702367D97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19CFE20-A6C4-4198-9157-625114E078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CBB678-C9C9-47EE-AF16-5510B31F1B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E933E9-F967-43AB-BFA3-7F5D2B0836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6C9-4B33-499F-875E-3B6F9BD51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D3CA72-18AA-4DA1-87BE-8F3A3F035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BAEFAB-ABF6-4B49-ABB0-8E18D55C74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2936A-EBED-4046-B89B-3DA6A2AD0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2CB8AC-B10F-40CE-990B-076599C33C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60E06C-661D-4C5B-AB7A-C1B250E23D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A7A4B3-79C4-4070-AF94-46D2A7EF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6CDD12-F3FF-4B6C-A2BE-A5FFA9161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20647C-563D-4093-A1F2-5EB1D04AD4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5B0B72-915E-445A-84C0-80FD5A3C69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D7618E-D40B-4727-9453-F6D736753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13432D-8FBC-477E-A50C-9C05CD9A0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75761D-AC62-42B6-9A5C-89C843C069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01E262-E358-4978-A23E-DFC81981DD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7C2D7-DE85-410D-9ABC-186B943BA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60C4444-4A6B-48FF-9C7F-EF23D9A7F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B06323-0531-4C10-9E83-EF43E64DB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ADFC6-D29B-4F58-81BC-26255B7ED9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5AD6BE-A199-443C-ACD6-60F8CAFC4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193783-9589-4193-83F0-D4B462114D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CCFE712-3A76-4F41-AEBF-07BBD44DE6B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68EEB1-0039-4321-A6F7-B7ED468E6D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EE097EF-6DB0-41FC-B402-1E8992714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26EF454-C097-4B92-90C0-7949E688FD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0B4F19D-7A27-4896-8804-B3EB61F838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EAD11-7FB4-415F-BD50-EC95F1721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40888D3-73B1-43A1-A6F1-B4C886F25F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279B51D-3044-459C-8E87-3FF284466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A564D8-3F3C-4BD8-B293-302D207B7D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6A21E9B-E4AB-4680-979C-677896612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EE1D95-EF5A-4CAD-9031-4591CAD308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0EDCC4-B8AA-421D-922E-90767EBFD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AB7440-C83B-4B3E-AA1C-7D72ED512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B66390-56E6-4288-8207-CF390E9023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8F6481-3A21-4FA7-B197-A4ED8B3532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905C9D-64B3-438C-B5D1-C4184B962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45AF0-B272-4E56-B130-5D695810C9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67077B-DE6C-4342-A742-AC9F0A6EDE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E4C1DF-7813-4560-BC5A-0D937140E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468F001-4A1D-4F55-AC6C-DF03515BDA9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E28D8A6-C060-4FF7-8CBA-3E60E5572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7FF9B2-B554-4052-BEF3-937AF67D7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C7FEC0-B018-4893-B79D-E9D9DED579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DA5439-70EB-47FF-BEAF-696261A06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FC4158-8221-4218-AF4B-1287F1717E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AB2B62-5D84-486D-8744-DCFDD9ED8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2C9F2-2357-41EF-AA69-5475B7C41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22853D-6BA4-4323-881C-66D14F52E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34DF3-7053-4729-BE06-A7EAB032D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12A23E-A012-47C5-8A42-CD556B9920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441E23-1D6A-447A-8222-01D6C2A1F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42B605-5F22-4C95-ADCA-D1FACD457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6D4CCF-4A1A-43D8-A010-D5AA555DE6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5F0638-8460-496F-8D99-F5FB71F280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68dcadb4348d7" /><Relationship Type="http://schemas.openxmlformats.org/officeDocument/2006/relationships/slideLayout" Target="/ppt/slideLayouts/slideLayout1.xml" Id="Rc1cd878be9534395" /><Relationship Type="http://schemas.openxmlformats.org/officeDocument/2006/relationships/slideLayout" Target="/ppt/slideLayouts/slideLayout2.xml" Id="Re742e0ca042f4741" /><Relationship Type="http://schemas.openxmlformats.org/officeDocument/2006/relationships/slideLayout" Target="/ppt/slideLayouts/slideLayout3.xml" Id="R6b63c4acf23349d9" /><Relationship Type="http://schemas.openxmlformats.org/officeDocument/2006/relationships/slideLayout" Target="/ppt/slideLayouts/slideLayout4.xml" Id="Ref0a2322c8e947ef" /><Relationship Type="http://schemas.openxmlformats.org/officeDocument/2006/relationships/slideLayout" Target="/ppt/slideLayouts/slideLayout5.xml" Id="R0bddf23fada84771" /><Relationship Type="http://schemas.openxmlformats.org/officeDocument/2006/relationships/slideLayout" Target="/ppt/slideLayouts/slideLayout6.xml" Id="R9c4310d8179f48ac" /><Relationship Type="http://schemas.openxmlformats.org/officeDocument/2006/relationships/slideLayout" Target="/ppt/slideLayouts/slideLayout7.xml" Id="R5b461069523443e6" /><Relationship Type="http://schemas.openxmlformats.org/officeDocument/2006/relationships/slideLayout" Target="/ppt/slideLayouts/slideLayout8.xml" Id="R5e2973b6f31b40d3" /><Relationship Type="http://schemas.openxmlformats.org/officeDocument/2006/relationships/slideLayout" Target="/ppt/slideLayouts/slideLayout9.xml" Id="R17b30492397943c2" /><Relationship Type="http://schemas.openxmlformats.org/officeDocument/2006/relationships/slideLayout" Target="/ppt/slideLayouts/slideLayout10.xml" Id="R5698e777bdea40c6" /><Relationship Type="http://schemas.openxmlformats.org/officeDocument/2006/relationships/slideLayout" Target="/ppt/slideLayouts/slideLayout11.xml" Id="R33ee6cda043241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2D6A14-9C65-4335-B0AD-58A0B7EDD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DD801-CBE9-41FE-BAD7-E874C65B8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1EF58-B500-4E6E-91B0-07373840F9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CCA61-EE10-4949-AEC3-5EF0AB2F17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BECCA8-B539-4A52-B032-3FDB2CB041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d878be9534395"/>
    <p:sldLayoutId xmlns:r="http://schemas.openxmlformats.org/officeDocument/2006/relationships" id="2147483650" r:id="Re742e0ca042f4741"/>
    <p:sldLayoutId xmlns:r="http://schemas.openxmlformats.org/officeDocument/2006/relationships" id="2147483651" r:id="R6b63c4acf23349d9"/>
    <p:sldLayoutId xmlns:r="http://schemas.openxmlformats.org/officeDocument/2006/relationships" id="2147483652" r:id="Ref0a2322c8e947ef"/>
    <p:sldLayoutId xmlns:r="http://schemas.openxmlformats.org/officeDocument/2006/relationships" id="2147483653" r:id="R0bddf23fada84771"/>
    <p:sldLayoutId xmlns:r="http://schemas.openxmlformats.org/officeDocument/2006/relationships" id="2147483654" r:id="R9c4310d8179f48ac"/>
    <p:sldLayoutId xmlns:r="http://schemas.openxmlformats.org/officeDocument/2006/relationships" id="2147483655" r:id="R5b461069523443e6"/>
    <p:sldLayoutId xmlns:r="http://schemas.openxmlformats.org/officeDocument/2006/relationships" id="2147483656" r:id="R5e2973b6f31b40d3"/>
    <p:sldLayoutId xmlns:r="http://schemas.openxmlformats.org/officeDocument/2006/relationships" id="2147483657" r:id="R17b30492397943c2"/>
    <p:sldLayoutId xmlns:r="http://schemas.openxmlformats.org/officeDocument/2006/relationships" id="2147483658" r:id="R5698e777bdea40c6"/>
    <p:sldLayoutId xmlns:r="http://schemas.openxmlformats.org/officeDocument/2006/relationships" id="2147483659" r:id="R33ee6cda043241a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519559f5ad4e0d" /><Relationship Type="http://schemas.openxmlformats.org/officeDocument/2006/relationships/image" Target="/ppt/media/image.png" Id="Ra138942ec7ca42a5" /><Relationship Type="http://schemas.openxmlformats.org/officeDocument/2006/relationships/image" Target="/ppt/media/image2.png" Id="Rc7a00adcd3ac4f9f" /><Relationship Type="http://schemas.openxmlformats.org/officeDocument/2006/relationships/image" Target="/ppt/media/image3.png" Id="Rf0b09854c2714304" /><Relationship Type="http://schemas.openxmlformats.org/officeDocument/2006/relationships/notesSlide" Target="/ppt/notesSlides/notesSlide1.xml" Id="Rd0b01823610d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a1c667e1fa4558" /><Relationship Type="http://schemas.openxmlformats.org/officeDocument/2006/relationships/image" Target="/ppt/media/image4.png" Id="R2e33325f5f844d4c" /><Relationship Type="http://schemas.openxmlformats.org/officeDocument/2006/relationships/notesSlide" Target="/ppt/notesSlides/notesSlide2.xml" Id="R3c49c6c439fa42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7bd7c3ab124182" /><Relationship Type="http://schemas.openxmlformats.org/officeDocument/2006/relationships/image" Target="/ppt/media/image5.png" Id="R8c31fa5dbbbc4971" /><Relationship Type="http://schemas.openxmlformats.org/officeDocument/2006/relationships/notesSlide" Target="/ppt/notesSlides/notesSlide3.xml" Id="Rf2d26db8cd81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e1546990af429c" /><Relationship Type="http://schemas.openxmlformats.org/officeDocument/2006/relationships/image" Target="/ppt/media/image6.png" Id="Re5062b1505dd46b1" /><Relationship Type="http://schemas.openxmlformats.org/officeDocument/2006/relationships/notesSlide" Target="/ppt/notesSlides/notesSlide4.xml" Id="R913679125d4640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3700a1456741c3" /><Relationship Type="http://schemas.openxmlformats.org/officeDocument/2006/relationships/image" Target="/ppt/media/image7.png" Id="Rfd3792a0c17f4c58" /><Relationship Type="http://schemas.openxmlformats.org/officeDocument/2006/relationships/notesSlide" Target="/ppt/notesSlides/notesSlide5.xml" Id="Ra042ac48b279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280f6f75eb413e" /><Relationship Type="http://schemas.openxmlformats.org/officeDocument/2006/relationships/image" Target="/ppt/media/image.png" Id="R01b0a86203db4163" /><Relationship Type="http://schemas.openxmlformats.org/officeDocument/2006/relationships/image" Target="/ppt/media/image8.png" Id="R14b343584c40442b" /><Relationship Type="http://schemas.openxmlformats.org/officeDocument/2006/relationships/notesSlide" Target="/ppt/notesSlides/notesSlide6.xml" Id="R8a7d80634f3144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a3ff1515404736" /><Relationship Type="http://schemas.openxmlformats.org/officeDocument/2006/relationships/image" Target="/ppt/media/image9.png" Id="R791cce39ea7f4cb7" /><Relationship Type="http://schemas.openxmlformats.org/officeDocument/2006/relationships/image" Target="/ppt/media/image10.png" Id="R5c62577017664252" /><Relationship Type="http://schemas.openxmlformats.org/officeDocument/2006/relationships/notesSlide" Target="/ppt/notesSlides/notesSlide7.xml" Id="R10642a2d219e40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63732876064ac9" /><Relationship Type="http://schemas.openxmlformats.org/officeDocument/2006/relationships/image" Target="/ppt/media/image11.png" Id="Rba3f709f69e64667" /><Relationship Type="http://schemas.openxmlformats.org/officeDocument/2006/relationships/image" Target="/ppt/media/image12.png" Id="R302ca3c0c14f4ed4" /><Relationship Type="http://schemas.openxmlformats.org/officeDocument/2006/relationships/notesSlide" Target="/ppt/notesSlides/notesSlide8.xml" Id="R02275abd26f14d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9017669fcc400e" /><Relationship Type="http://schemas.openxmlformats.org/officeDocument/2006/relationships/image" Target="/ppt/media/image13.png" Id="Re30ea6752ff24a11" /><Relationship Type="http://schemas.openxmlformats.org/officeDocument/2006/relationships/image" Target="/ppt/media/image14.png" Id="Rbf38d3d6e5f0452d" /><Relationship Type="http://schemas.openxmlformats.org/officeDocument/2006/relationships/notesSlide" Target="/ppt/notesSlides/notesSlide9.xml" Id="Rc602d7cfa00b45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077a4accb540b1" /><Relationship Type="http://schemas.openxmlformats.org/officeDocument/2006/relationships/image" Target="/ppt/media/image15.png" Id="R9c46dcb861454647" /><Relationship Type="http://schemas.openxmlformats.org/officeDocument/2006/relationships/image" Target="/ppt/media/image16.png" Id="Rac2deb05076344e3" /><Relationship Type="http://schemas.openxmlformats.org/officeDocument/2006/relationships/notesSlide" Target="/ppt/notesSlides/notesSlide10.xml" Id="R8e893f180f2f4e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251fe1d5074164" /><Relationship Type="http://schemas.openxmlformats.org/officeDocument/2006/relationships/image" Target="/ppt/media/image17.png" Id="R2c00f65602d54dd8" /><Relationship Type="http://schemas.openxmlformats.org/officeDocument/2006/relationships/image" Target="/ppt/media/image18.png" Id="R107996b229124a48" /><Relationship Type="http://schemas.openxmlformats.org/officeDocument/2006/relationships/notesSlide" Target="/ppt/notesSlides/notesSlide11.xml" Id="R9994f33e1abe41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236c917bf044b9" /><Relationship Type="http://schemas.openxmlformats.org/officeDocument/2006/relationships/image" Target="/ppt/media/image19.png" Id="R0e1df5953309439f" /><Relationship Type="http://schemas.openxmlformats.org/officeDocument/2006/relationships/image" Target="/ppt/media/image20.png" Id="R32f9a3d40a2a4dac" /><Relationship Type="http://schemas.openxmlformats.org/officeDocument/2006/relationships/notesSlide" Target="/ppt/notesSlides/notesSlide12.xml" Id="R0273289661cc43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9197740fae4f61" /><Relationship Type="http://schemas.openxmlformats.org/officeDocument/2006/relationships/image" Target="/ppt/media/image21.png" Id="R8fdcc7599c1f4d8f" /><Relationship Type="http://schemas.openxmlformats.org/officeDocument/2006/relationships/image" Target="/ppt/media/image22.png" Id="R88e4b4643b8e49ce" /><Relationship Type="http://schemas.openxmlformats.org/officeDocument/2006/relationships/notesSlide" Target="/ppt/notesSlides/notesSlide13.xml" Id="R2106b3e2fcbc4a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02ca62674e4058" /><Relationship Type="http://schemas.openxmlformats.org/officeDocument/2006/relationships/image" Target="/ppt/media/image23.png" Id="R377c51c5123744b5" /><Relationship Type="http://schemas.openxmlformats.org/officeDocument/2006/relationships/image" Target="/ppt/media/image24.png" Id="Rad20878296d0490b" /><Relationship Type="http://schemas.openxmlformats.org/officeDocument/2006/relationships/notesSlide" Target="/ppt/notesSlides/notesSlide14.xml" Id="R629436fefcb145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626a30c43f4d5c" /><Relationship Type="http://schemas.openxmlformats.org/officeDocument/2006/relationships/image" Target="/ppt/media/image25.png" Id="Rf5b6ba51712b475b" /><Relationship Type="http://schemas.openxmlformats.org/officeDocument/2006/relationships/notesSlide" Target="/ppt/notesSlides/notesSlide15.xml" Id="R1b4c6934466246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b3dbe71a7e489b" /><Relationship Type="http://schemas.openxmlformats.org/officeDocument/2006/relationships/image" Target="/ppt/media/image26.png" Id="R4487749ba94247d2" /><Relationship Type="http://schemas.openxmlformats.org/officeDocument/2006/relationships/notesSlide" Target="/ppt/notesSlides/notesSlide16.xml" Id="R2ffefc77ea6548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571e3511544a5e" /><Relationship Type="http://schemas.openxmlformats.org/officeDocument/2006/relationships/image" Target="/ppt/media/image27.png" Id="Rbc2f1bcd5a0a4532" /><Relationship Type="http://schemas.openxmlformats.org/officeDocument/2006/relationships/notesSlide" Target="/ppt/notesSlides/notesSlide17.xml" Id="R5038e559811d4b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8f374cf9364861" /><Relationship Type="http://schemas.openxmlformats.org/officeDocument/2006/relationships/image" Target="/ppt/media/image28.png" Id="Rdfb3efe2d72c457a" /><Relationship Type="http://schemas.openxmlformats.org/officeDocument/2006/relationships/notesSlide" Target="/ppt/notesSlides/notesSlide18.xml" Id="R51a7807954654c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4ae3bb19a64841" /><Relationship Type="http://schemas.openxmlformats.org/officeDocument/2006/relationships/image" Target="/ppt/media/image29.png" Id="R8925f8dd229a41a4" /><Relationship Type="http://schemas.openxmlformats.org/officeDocument/2006/relationships/notesSlide" Target="/ppt/notesSlides/notesSlide19.xml" Id="R409ad906b97741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b0efb258f5484c" /><Relationship Type="http://schemas.openxmlformats.org/officeDocument/2006/relationships/image" Target="/ppt/media/image30.png" Id="R51027a87282240b8" /><Relationship Type="http://schemas.openxmlformats.org/officeDocument/2006/relationships/notesSlide" Target="/ppt/notesSlides/notesSlide20.xml" Id="R1b9b3390c4f646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39feb653cd482b" /><Relationship Type="http://schemas.openxmlformats.org/officeDocument/2006/relationships/image" Target="/ppt/media/image31.png" Id="R4e2a42f5413d4bba" /><Relationship Type="http://schemas.openxmlformats.org/officeDocument/2006/relationships/image" Target="/ppt/media/image32.png" Id="R6fce32a4dcb844d9" /><Relationship Type="http://schemas.openxmlformats.org/officeDocument/2006/relationships/notesSlide" Target="/ppt/notesSlides/notesSlide21.xml" Id="R1cef95ce55094e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D0E517-2B90-46C0-81DD-11EE700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C93267-69BC-4777-95D7-91595C8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0"/>
            <a:ext cx="36393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0FFBF7-970E-4CB0-AEDF-AA22A55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 DE MEJORA DIGITAL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385E21-8E17-4148-9908-3ED13FA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7132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plan de mejora
para convertir visitas en contactos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64FC71-3ACF-4BD0-B282-D58673A2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INVIERTE360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1627A-7535-45CD-80D9-E6B96A3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Diagnóstico · soluciones · prioridades · propuesta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F4E4DCC-F703-4095-84D6-8DB9B52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7040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183C68-E43D-46E3-8852-6BEA4C5F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43400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Tesis central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816459-4CD6-4CB6-A24A-0E5D595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81728"/>
            <a:ext cx="6309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Convertir y medir mejor antes de escalar adquisición.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8942ec7ca42a5"/>
          <a:srcRect xmlns:a="http://schemas.openxmlformats.org/drawingml/2006/main" l="33583" t="0" r="33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7968" y="1097280"/>
            <a:ext cx="2743200" cy="44805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6E191D-8C38-47EF-BBC3-48A4C8B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36208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Paquete de diagnóstico y estrategia · $100.000 CLP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D59ABD-1324-431F-9F5B-2F02921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78C6CE-2355-44BD-9BEC-7756D59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00adcd3ac4f9f"/>
          <a:stretch xmlns:a="http://schemas.openxmlformats.org/drawingml/2006/main"/>
        </p:blipFill>
        <p:spPr>
          <a:xfrm xmlns:a="http://schemas.openxmlformats.org/drawingml/2006/main">
            <a:off x="657225" y="2647950"/>
            <a:ext cx="381000" cy="3810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09854c2714304"/>
          <a:stretch xmlns:a="http://schemas.openxmlformats.org/drawingml/2006/main"/>
        </p:blipFill>
        <p:spPr>
          <a:xfrm xmlns:a="http://schemas.openxmlformats.org/drawingml/2006/main">
            <a:off x="7106172" y="5467350"/>
            <a:ext cx="913355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2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2C9826-91A7-4394-ACD3-966566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BD41CE3-BD2F-43D0-951F-1B9E1D8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ALCANCE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8F7855-C68F-4BBB-AD0D-B4FE2B2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Qué se hizo hoy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A5098-6289-40C9-8314-5AFA045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26187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Revisión pública y pruebas funcionales. Sin acceso interno a plataformas.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61BABF4-376F-4612-81BA-0DC04EE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8B044E-E8B1-416B-8892-26E28E3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EFF08E3-401C-45AC-BA97-81B9A47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Visualización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4C01E1-EA30-4587-88DB-FC99232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Home, navegación, catálogo, fichas, contenido y confianza.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2AE551-A85D-4A33-BE7E-9C81087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DF97B9E-5EC0-4D55-B497-0FAC2BF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8C0040-6856-4AE6-9C41-9F6A7FA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4331B6-AFC0-4E78-9919-6BFCF50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Formulario, WhatsApp, filtros, calculadora y recorridos.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FDBCFE9-A81D-45F2-A9E4-75002CE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7DD542-D672-4BA8-854F-93F7DF02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32904BA-5F2B-446B-80C8-15ADB57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BC079E1-488C-450E-A84D-35832C48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Continuidad entre interés, contacto y operación comercial.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CD965FB-761B-4C2D-BD68-FF24A2A3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256032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340E882-8918-480B-A03C-DF81EF4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28800"/>
            <a:ext cx="54864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AC026-E622-433F-946E-125A437F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993392"/>
            <a:ext cx="2240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Estrategia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358AD4-9BE2-4499-8209-B276DB3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9152"/>
            <a:ext cx="221284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Priorización y mejoras propuestas a partir de lo observado.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CC7460F-5931-47ED-AE1B-57C9416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097280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2C17A5C-2B57-482F-B033-484A802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96512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NO SE AUDITÓ INTERNAMENTE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9E7684D-CDBC-49BF-8D1C-9702C2B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98848"/>
            <a:ext cx="9784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WordPress Admin · Hostinger · SMTP · GA4/GTM · Google Ads · Meta Ads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E9DB65C-E7CB-47E8-BF4A-E1BD2218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Las causas internas y el rendimiento histórico quedan para una fase con acceso autorizado.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C41C9C0-491C-42E2-B8AE-0C0C3B96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B87A762-6176-4D5D-8FBC-4A872E7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3325f5f844d4c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51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445BF3-F192-4034-B72A-C96FA67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51D04B-CCC2-4D9F-95DA-910228A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METODOLOGÍA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2E2D5E-0B63-4348-9873-FEC63FA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Nivel de evidencia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32DE4D-9F6A-4A0E-AD8C-5B41FCE9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6FCE21-1414-49E5-93C2-74F5259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 · Comprobado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915BED-164B-4BBD-8DAB-4D74879B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Prueba manual o confirmación directa.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67813AC-EE9E-4766-A305-34ED132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EB1A09-3AA1-4187-BD41-6A27548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0116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 · Público actual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B8AC02-CAFE-4EA4-9BA5-57463DA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4414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Visible durante la revisión.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DA12B52-F43D-4A9F-AD5B-BC9F959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EF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DB82F8-E6B1-4518-A2FF-9DA3033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C · Snapshot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DAF34D-B309-4E7F-B820-0BDDC74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Hallazgo inicial que puede haber cambiado.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B8E439E-3754-4756-A33D-26965970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41C4EE-60F5-4C46-AB64-D779013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840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D · Pendiente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0B62C9D-68F0-42D3-8C2F-5CD7083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70248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Requiere acceso interno.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B0E8E4-55ED-4A0C-A96C-003939C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Regla: no afirmar una causa técnica sin evidencia ni presentar como actual un problema histórico ya corregido.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99EB2A-164F-487B-BBCA-608CF47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59108E8-2BBD-4EFA-812C-CE75262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1fa5dbbbc4971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94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631C86-E0EB-4567-950B-7D7E2E5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7D1907-6E91-41B0-82C2-A76B4E5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RESUMEN EJECUTIVO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40F0944-44DA-457C-8144-A238765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conversión requiere continuidad en cada paso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E1356A-2FB4-440D-9FFF-A74CFF8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45EACF-1A68-4E1B-9444-83639492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4AFA62-4D43-4777-993B-8976B7F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Captación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6AD83E-9979-45FF-ADBC-356A5D0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Validar recepción real.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6E9F581-4353-4E4F-B2D2-96385E1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456BB98-0BD2-4258-AFDD-74CB02B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9E06F6-4997-45DD-B761-4D008CF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Contexto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E3705A-3BB8-4299-8C87-4374797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Conservar proyecto e intención.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8941C4-9C0A-4B5E-8A65-6ECBDC8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C84EE7-4F42-456C-A3E6-2D2E15E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BC6066E-4AE0-4169-9295-665D2FF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F6A2AA-6B63-4330-AE6B-707C38B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Reducir fricción.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AD090EE-E1BB-482C-871A-43ABC63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16A0B9-1B85-4C96-82C7-AEBAE8AE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1F2802-68D5-4B8D-8FDB-0B6E103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Confianza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82C0F2A-10CC-4DC1-9ADA-05ED107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Consistencia y prueba.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2303435-D710-4A8C-8896-4ADFC71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20574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3033C53-5C66-4A68-9E94-DADD7F5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28800"/>
            <a:ext cx="54864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C48020-DBEF-4062-A8E6-70EEEAF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33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Medición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131347-7EAE-420D-A7D1-411FBD6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59152"/>
            <a:ext cx="170992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Acciones útiles, no solo visitas.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6A2C97B-26EC-4CA3-B091-5ABB449E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109728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0443064-B2AE-4988-B652-65805DB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TRÁFICO  →  INTERÉS  →  CONTACTO  →  SEGUIMIENTO  →  OPORTUNIDAD COMERCIAL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DA2FC50-592A-4FF3-AF9E-ECE086F7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Primero recuperar y medir. Después mejorar conversión y escalar.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0E828DE-9A13-4909-B642-E4D6440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1690179-7A0A-48A6-AD23-9D85733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62b1505dd46b1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28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3165EC-2B3D-4C82-B6E2-B3C4179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16E0E8-F184-4F30-99E8-D8D47BC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MAPA ACTUAL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53092E-5FC4-4DF3-839D-1794B21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Las interrupciones aparecen entre interés y seguimiento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1691975-F8C1-487C-9C67-2F86713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EC0723-20B2-4D6C-B371-E4DC003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 / zona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8203E7-A864-4544-989A-ACFADF47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AB73E3F-22C3-44D1-B143-9C977243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6B61B6-AF50-4EA4-B7BD-FB8F75D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Catálogo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3D40D2-42AF-4303-9BA5-8F9845F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4423B14-3090-4F3D-B590-599B1F2A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2FF31D-2AC6-4A5F-AF7F-5B4418A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 / cálculo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6EFEB8B-CCCF-4ACE-90B1-687FC84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2A3A05-7647-4ED5-A2A0-5AF704F0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5FDF43-48B3-4EC0-8125-2B222DF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 / form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50E5269-846E-42A1-84AA-1BB11853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320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9191617-5507-4201-A854-F4F18B5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57400"/>
            <a:ext cx="1874519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B1BD02-C7D7-427B-A6E3-DAF1E9F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35915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Excel / asesor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0F1428E-FB45-4F90-9990-9AF7981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CTA/anchor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DBA5D0-BEE9-4F41-8202-1735269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filtros/taxonomía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2DDE4B-D124-40C9-8F1A-3C0241A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estado/contexto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28F233-3A6D-49F9-B7E5-49923DD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recepción/origen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E9E4C6-F40A-4CEC-999C-F41C788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756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seguimiento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135FBCA-9F94-4322-ACC3-3D45967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Objetivo del rediseño del recorrido: que cada paso conserve intención y tenga un siguiente paso verificable.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667D87A-0DEF-4733-B46A-FED5FEA7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B0495D-A64E-4423-A06A-D5421FAD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792a0c17f4c5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9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A942CA-5235-4DE9-913F-C5E2D3C6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85DDEF-4F04-444E-AE1E-61C45C7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5286F7F-041D-4775-9760-01C9483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Home: el recorrido debe terminar en una acción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a86203db4163"/>
          <a:srcRect xmlns:a="http://schemas.openxmlformats.org/drawingml/2006/main" l="8770" t="0" r="8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F8EECE-BEEA-4B28-83F3-4927286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ABC61A-ED17-48EE-8B33-6661910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65297D-98E9-4E21-8EB6-3040D89C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BCFA490-A283-491E-8A68-076A8AA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CTA/anchor observado en el levantamiento; revalidar estado actual.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9D2E82-CD1D-48E4-B3BA-A2CEE29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F2C8840-9ACD-4CA8-A3CF-1FFAA26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68A7D2C-F06B-4E97-BD72-5AC66A1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BAF772-4C53-49F7-87FB-0C09157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interrupción puede desperdiciar intención.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8408891-CD7C-45AC-928C-D7E966A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D2309F7-55E0-462D-A77D-FAF8BA26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E7BFB0-277F-42E6-A764-EE084131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1962108-8303-4B89-A641-1DBA86E9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CTA por intención + destino funcional.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3034EA9-D6FC-4793-A24C-758EDD7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0860E1-EB24-4D36-800B-9AAE321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3D0C1A-50D7-4CC5-AC24-1D49C383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343584c40442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05ABFE-D524-4CB1-8C67-7A588A3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AED44C-967C-4898-AD3F-DAFFA4A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CFA8BA-BE0C-4EC3-9045-28D58E94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Filtros: hoy funcionan, pero necesitan más certeza de interacción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cce39ea7f4cb7"/>
          <a:srcRect xmlns:a="http://schemas.openxmlformats.org/drawingml/2006/main" l="9052" t="0" r="9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80145CE-F51F-4DD9-9877-4F84954F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AB839A-409E-40DD-89AC-A36DDCD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44A1C2-B391-4406-8D55-50EE3A5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B0C798-4193-42E0-8F91-6779C81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y filtros operativos.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FE1C17-C67E-44C3-A782-1135EA8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477340D-FFDB-478D-BC4E-397A7C31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C4A7C5-EAA0-4E98-90FA-E8BA27A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Fricción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BB5C9F-35E4-4080-B3C9-9FE4FE4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Actualización / Aplicar puede sentirse redundante.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DC3FF5A-F133-4853-88EA-4E21D1A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7C233E5-D72E-49B1-95DA-19939F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E55F71-568F-4B76-AE7B-1919E03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CA7B84-FF97-4348-A0AB-08F8BC7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Una lógica clara + feedback + resultados.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A3D1DB-08A6-4CE8-AF7E-B7E5B3B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07D66E8-B558-464E-A2AA-3B2FC36E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08CC441-C806-43E6-99BD-6C7E25D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257701766425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27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D0BCD0-A285-4F39-AC55-68B91AB2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95F14F-35DE-4DF7-B5C0-D79F1F33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A99D4A-C94A-40C4-B1A7-C067372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Formulario: éxito visual no equivale a contacto recibido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f709f69e64667"/>
          <a:srcRect xmlns:a="http://schemas.openxmlformats.org/drawingml/2006/main" l="9340" t="0" r="9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8ABED5C-6679-4747-B30F-123D08F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04DAE96-E6AC-4AEB-A8F0-346FB51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F6E15A-49CF-49E0-8E4C-CB8DE7F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133055-DEA9-4296-B50C-F3DA0A1E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 interfaz confirmó; Leonardo indicó no recepción.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A07FAA-3653-4D46-87FF-47542E6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9C79B77-A789-44DB-91CB-A906ED6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AFD659-41BB-4140-9020-017634A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6B7380-92CA-451B-9544-19CD0D3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Posible pérdida de contactos.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1038FC5-6251-4F2E-93A8-1B2F813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3037ADF-B1A6-402C-BC27-68DD01C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6DA625-ED0C-4CAA-ADCB-CA01E3B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617FD9-99DF-4094-B1D1-484D9DDF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Destinatario · SMTP · logs · recepción real.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7E4E282-96AB-4D77-AE4F-00A17D4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07560B-CF9C-41DB-B40F-CF843BF4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7DC37D-5EAD-4AF7-94D1-017093E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ca3c0c14f4ed4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56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F015E1-A298-43F2-A828-40543476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8B811D-3F28-4519-9783-DC224C1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E0A2A8-8F8F-4D76-9825-EC1D3838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WhatsApp: el contexto no es uniforme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ea6752ff24a11"/>
          <a:srcRect xmlns:a="http://schemas.openxmlformats.org/drawingml/2006/main" l="8646" t="0" r="8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F83CF6-11E3-40B3-A5A9-1354A07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52EAA5-1E03-492A-93C2-19797D3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A2B5E9-B2B1-41BD-B5FC-BCD60D4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642565-B6AF-4341-B5B1-ECDDE17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Ficha individual puede precargar proyecto.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98B2FF-46D0-4EAC-82B4-2532904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04D5A23-901F-45DC-A6CC-FEEE80C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0B7B6-5315-4514-9201-BDFAF20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22F0066-5E80-4365-AE83-4D1DF31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Otros accesos entregan menos contexto.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420C6D-3F49-4ED8-8E28-B6A91BD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4C86D1C-E03C-4BBC-8030-73E2C34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5AE134-C8C4-427D-B5CF-2588876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DADC8C-D59F-4B2A-ADA0-56CAFB8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Proyecto + comuna + origen + URL.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9EEFE3-9C30-414A-B816-0FAE89B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B97BA4-A906-465A-ACC2-71D355C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B69FEB-38A2-45DC-B3CC-3CC2ADE7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8d3d6e5f0452d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84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F030C6-A09F-46EB-8BDD-D8F68F3B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5795D-96BB-4F46-A202-10488B7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74CF48-241E-4E5B-B038-DD45CB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Calculadora: existe intención de alto valor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6dcb861454647"/>
          <a:srcRect xmlns:a="http://schemas.openxmlformats.org/drawingml/2006/main" l="8382" t="0" r="8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368BD6-809E-4F2E-8F1E-76338A3B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06621D-0DF3-497B-BF37-7B61ECB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A2C259-2C68-49C9-A0F0-ACE7D798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Fortaleza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B577E0-0C79-411C-965B-6D5B6DA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con variables financieras.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AF18DA-4116-4CA5-B99E-A856F67B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C382CD6-9458-4A9B-A3E3-7E80ABD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A94390-E3DA-4BDC-878D-B7243E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Brecha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42D84-FC72-4B6E-ACAF-F65E947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No continúa estructuradamente hacia contacto.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F01FC1-8C2E-4EAF-B269-CE7FE46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AA603E-C184-4390-BDF5-6DB5F544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1DA2F-1303-49EE-A9E0-0B1FDA9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985E03-280C-4DBB-A14E-FB67DDF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Simulación → proyectos compatibles → asesor.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0E8A11-109A-40A9-81BF-623A95A6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FA9BBF-BAF9-42F8-873C-9CD19C1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269686-2C54-4BD7-B883-CCE4A7A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deb05076344e3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53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6FE05-8072-4B49-B87C-C39A9AD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3AFB94-FB4C-40F2-83C7-E50190A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D523E7-DF25-4F0D-A429-E7839C4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Quiénes somos: la confianza debe ser verificable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0f65602d54dd8"/>
          <a:srcRect xmlns:a="http://schemas.openxmlformats.org/drawingml/2006/main" l="8837" t="0" r="8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556AAE-3AE9-4392-9844-600E2EB3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0A0917-6436-44C7-88CB-F16B1BDB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BDFDF4-29BB-4613-A3D6-ED12BD0C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2F505B-1D65-4508-BB51-E74826F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Copy de cercanía y asesoría.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3B5BB72-A46E-4493-9112-B63D87A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71F32AF-09AE-4215-8D78-6C5AF9E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EA4352-CFBA-4D15-899A-F05450A3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Oportunidad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9439C1-8CAE-4457-95C9-256B9F7A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Equipo, experiencia y metodología.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FDB350-8C72-4B9C-90CD-214AF18E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4AB1C77-537D-4DA6-8675-FCA12FE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9195ED-E376-4EEA-8BDF-C9084A2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Regla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A25F37-436D-4800-8DCD-11DF3C8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Solo evidencia real y autorizada.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E7D26B-81E0-441F-A43B-3E9704D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97BD3E-4821-42ED-840C-95BFA8E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245E7A-3309-42B1-8E16-E811615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996b229124a4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208046-1A87-4652-BA22-B8BA9D30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C25CE5-C3AE-4762-8438-DC260117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36CCD7-FAC8-4BEB-BD82-85D39E3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Ficha: estado y contenido deben compartir una fuente de verdad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df5953309439f"/>
          <a:srcRect xmlns:a="http://schemas.openxmlformats.org/drawingml/2006/main" l="8727" t="0" r="8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D3A2EF-BB1E-4387-99F1-EB185E5F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F09982-BAA7-4F08-A08D-6753FB2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E38B84-739B-4FFD-9C8C-B4B4E59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Hallazgo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835134-EB76-4FF4-8247-00279E6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observó inconsistencia estado/copy.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E4EA94-0697-438E-BE09-AE6AC82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7050137-B810-4FAD-A707-63070028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69509B-B365-4245-B87E-CC8F6E2A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Impacto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B038CC-19E0-4B2B-BB5C-5A2D8F2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Confianza y filtros.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A41852-DA40-478B-9616-9E1FF36F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0447675-341F-47BF-AFD4-01D5716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A80F926-F009-4C92-8B66-E55B1A6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27E4BD-4872-42DD-A1B4-76F1FEE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Modelo único de estado + validación editorial.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57373C-7495-4BE6-8994-014B16D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722DB14-D69C-48F7-9E2E-AC130A28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A831DE-579D-4D78-8B90-58B4CFD2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9a3d40a2a4dac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55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958CF-DF46-49CA-AC40-E7C3B417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6EED0E-FEFB-46BC-9B65-3523C07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1CDCBC-D46C-4330-B276-B0EDC582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Vendedor: una intención distinta necesita un recorrido distinto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cc7599c1f4d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85950"/>
            <a:ext cx="5715000" cy="371475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3D6C07-ACA1-47D7-93A6-86B636E8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E278E5-112B-4914-93D9-71900C4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9C162D-ACD2-4B93-9789-C72E6D7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Actual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4A246F5-2B22-406C-A5A8-1C17806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Deriva al contacto genérico.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26FB2AE-467D-49FA-8308-50101C2F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26B6C50-BDD4-496C-A1DE-83FFAA8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17C9A3-2626-465B-9BD2-2BCD7A7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Problema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DC3ACA-C559-45BF-B5D9-6A81829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Se mezcla vendedor con inversionista.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7C95EAA-A880-4710-BDE9-46B1DC92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E2D706E-DCEA-44A1-A398-9CAA6AF0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C83D75-A4B4-4A13-8D97-C9E5C5F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B8A210-F33B-4D28-906F-9F21B42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Landing + formulario específico.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900EBB-6FDA-401D-A93C-1DE9D126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6FF7DE-10B5-4260-9220-96157A29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86D224-86D0-4B3E-90EB-1D71361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4b4643b8e49ce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42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E8B9-FC38-435E-856E-CB64C06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5EC395-041C-458F-87FD-83B5FD8C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HALLAZGO · EVIDENCIA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4B546F-59FC-4D14-ABEB-DC47CD2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Beneficios: claridad de condiciones protege la confianza</a:t>
            </a:r>
          </a:p>
        </p:txBody>
      </p:sp>
      <p:pic>
        <p:nvPicPr>
          <p:cNvPr id="2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c51c5123744b5"/>
          <a:srcRect xmlns:a="http://schemas.openxmlformats.org/drawingml/2006/main" l="8645" t="0" r="8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1664208"/>
            <a:ext cx="6537960" cy="425196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E2E8F0"/>
            </a:solidFill>
          </a:ln>
          <a:effectLst xmlns:a="http://schemas.openxmlformats.org/drawingml/2006/main">
            <a:outerShdw blurRad="50000" dist="30000" dir="5400000" rotWithShape="0">
              <a:srgbClr val="000000">
                <a:alpha val="20000"/>
              </a:srgbClr>
            </a:outerShdw>
          </a:effectLst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608983-DA71-4C09-A597-2EFFC80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6C56C5-6119-42DA-BC0B-1757D02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1664208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6A2190-8D3A-4FE7-BA66-6DDABD4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1828800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Observado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667E15-2F1D-46AD-BBB6-7DEB250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2194560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Bono pie / arriendo garantizado.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A134DA1-5AD3-4776-85A5-8BAD74CE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B0EA9D2-404C-4B5B-BEE6-495674A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2971800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A4051D-42A9-45A9-8516-06AED4F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136392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Riesgo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61F0F3-B43C-48C7-8138-0091072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3502152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Ambigüedad si se generalizan condiciones.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348C2A8-AB75-4465-8D0F-22FD44E7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4315968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056EDDB-3255-4E11-A0DB-DC578A9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9392"/>
            <a:ext cx="5486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9FB24B5-2361-4BF6-B7C0-B97CFBE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443983"/>
            <a:ext cx="3995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Mejora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B37D40-7C81-4204-ACF4-75FC0FF1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1" y="4809744"/>
            <a:ext cx="3968496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Vigencia + proyecto + condiciones.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C1B054-EA27-4B0C-90D9-81194D4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Evidencia de revisión manual / material del levantamiento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2F4E83E-9617-4B99-9615-EB6E3ED2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6378CD2-A3B3-4747-A1A4-2ADA6222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0878296d0490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382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786786-0AA2-45FE-A08C-C6A924A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70244E-8152-43EE-96D7-6396532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ROADMAP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5D4E00-7750-4D3D-A773-839BE1B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Roadmap de ejecución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B7ADD13-1802-45E1-A5CF-0E86648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EFD98DC-E2AF-4399-A35E-06897C2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92808"/>
            <a:ext cx="5029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D4B036C-15E6-45D2-BCF1-293797EA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65376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técnica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04DA44-DF3C-46EF-9B79-348790B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65376"/>
            <a:ext cx="7498079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Formulario · CTA · estados | Salida: recepción probada + baseline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C88B1C3-6F5C-49E3-96B6-07CAF82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32888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5D8B5E-443A-4984-B688-7B410F9C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34056"/>
            <a:ext cx="5029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C8F953-0CD9-41AC-9C6A-95F4F5E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706624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del lead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894305-3E6D-4122-8421-9182B1E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06624"/>
            <a:ext cx="7498079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WhatsApp · vendedor · catálogo | Salida: lead con contexto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5BAF811-6150-4E0B-9942-A31AB22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74136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65452B-0793-4521-BDB0-D521CCA8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75304"/>
            <a:ext cx="5029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F6E3A5-2C97-493A-9353-18B1F59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47872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Conversión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E009705-7B45-43D3-9D62-12653C1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47872"/>
            <a:ext cx="7498079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Filtros · ficha · calculadora | Salida: recorridos aprobados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112BE52-2CC7-46F5-9195-053B0679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5384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64063-28D3-432B-B3F4-FAAED87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16552"/>
            <a:ext cx="5029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E6CFE-AD0B-4C83-A42A-DFC23A85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38912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66DCBCB-085F-4818-A0F6-2D7702DF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389120"/>
            <a:ext cx="7498079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GA4/GTM · UTMs · seguimiento | Salida: origen ligado al lead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A8F62AA-DEF2-46F8-A8A1-E6A9BE05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56632"/>
            <a:ext cx="1088136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4BACDE1-C5CB-479D-A3AE-BA4DE1C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50292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5ED5A9-4E9F-46CD-9355-3B69BFB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30368"/>
            <a:ext cx="1828800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Escalar con evidencia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8B7625-BA18-413E-A173-6CB6416C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30368"/>
            <a:ext cx="7498079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SEO · campañas | Avanzar con trazabilidad y calidad del lead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9E6683B-1DE4-4E45-A409-D00A7D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033416C-42CF-4F4E-9ED5-4FAE7CE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6ba51712b475b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16EBB-8FF1-4F20-BA04-C78AFFA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Dependencia: iniciar SEO y campañas cuando la medición confirme origen, recepción y calidad del lead.</a:t>
            </a:r>
          </a:p>
        </p:txBody>
      </p:sp>
    </p:spTree>
    <p:extLst>
      <p:ext uri="{BB962C8B-B14F-4D97-AF65-F5344CB8AC3E}">
        <p14:creationId xmlns:p14="http://schemas.microsoft.com/office/powerpoint/2010/main" val="931566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F6685C-A299-4F13-BC11-915F2730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1204D7-EEAE-4EAE-97E7-D330C0D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RECORRIDOS PROPUESTOS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FA0B3B-1800-46AD-B5B5-FB0117D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No todos los usuarios tienen la misma intención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3494B2-3B5E-41D3-AFD3-9B319D9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142308-8AF1-4875-B935-C577094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EB35B5-FB40-4AD0-975B-CC42C43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Inversionista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3C6AD3-29EA-4149-A07F-904E9D6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Campaña/SEO → proyecto → simulación → WhatsApp/cotización → asesoría → Excel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CAC806A-F707-4A3D-9DA9-94CDBE6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4516-6D26-4E74-98DA-9D135450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30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0BB65B-309F-413F-A2A8-340E2BA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476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Educación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4D02B1-82BF-4C0E-83F6-0ECE292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134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Contenido/calculadora → resultado → captura → proyectos compatibles → asesoría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A101D2-FEF7-4555-A389-A5EF1664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BA9C55-9624-4976-8D3B-8B99ADC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94D3976-BB2A-4C35-8F32-4DD441A8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Propietario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0ADCB0-4CED-4B95-B7F1-6CBEC55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Vende tu propiedad → formulario específico → evaluación → contacto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7FB5C52-3D9D-4278-8910-566750DE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25780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FDE1D54-D7F1-4436-B065-C15537D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1880"/>
            <a:ext cx="54864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648811-9192-4AD9-A5FA-4B5E32B8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7647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Recuperación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CF0F740-9055-41C2-9CD5-E1A1A2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42232"/>
            <a:ext cx="49103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Visita sin conversión → remarketing → proyecto/landing → contacto contextual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09CC48-FBA8-4A09-8BE3-9AD1E215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F92CDA8-DF6A-413E-9CE6-3C8BCC0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7749ba94247d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7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AFB13E-92CD-4588-8839-A374D04A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5EDE4C6-FDA0-4E25-9D35-F5F8185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MEDICIÓN 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097453-134A-470F-BF69-28CFABAD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Eventos recomendados, pendientes de validación interna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A96349-5FB0-4F11-BC19-EA65AF90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1E12E3-524F-48D6-983B-27CA4F7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view_project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A5791B-725B-46B3-A363-A822F529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D39F44B-3DAA-4ECB-BD26-1DCCA64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search_projects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BAE24-29B6-40E5-8021-16F77A7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8308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357CC8-2630-4D3E-AE22-2C46A0E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09397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use_calculator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999D5E4-6BE6-4913-8B69-6B85BE2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15FE69-2F21-45CE-B8D3-B6E163A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click_whatsapp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35020F2-FCD0-4C07-9E73-2588789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8CACA0-DBD3-4839-8DDF-848954A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generate_lead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2420465-1DD4-4571-849E-6C2B473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8960"/>
            <a:ext cx="33832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EF3CA5-B836-4DC1-87A2-DB6C69D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3419856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schedule_meeting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2871A1-2C9A-4758-9F9F-A2321F5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17720"/>
            <a:ext cx="108813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095FEC-2984-4F8B-8A99-368C27B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73752"/>
            <a:ext cx="10378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B54A43"/>
                </a:solidFill>
                <a:latin typeface="Segoe UI"/>
                <a:ea typeface="Segoe UI"/>
                <a:cs typeface="Segoe UI"/>
              </a:rPr>
              <a:t>Hipótesis a comprobar: una conversión basada solo en el mensaje de éxito podría contarse aunque el contacto no llegue.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4544243-9822-4F05-B17A-C217ACC4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D6C5A8D-E15E-49CD-8463-AA81296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f1bcd5a0a4532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42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457D81-FCDD-4DA3-BE58-32E61B07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1C7A14-F1CC-42CE-9DA5-7B1725C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BENCHMARK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6E2BA2-89DA-4E72-AC3B-F7A2D1E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Aprender del recorrido, no copiar interfaces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AA8159C-09FC-4F22-A090-62B4FE07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027FEE9-2071-479C-AF16-FF680F6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49FF9-E644-4E87-BE15-D119754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Houm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F966C3-94B5-474A-9043-99891BB8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Catálogo + datos/proyecciones + asesoría.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90538E-3D18-4316-B70B-40EE7F5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4491CE6-E327-48D2-AF4C-10DE05E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65AC12-EEF4-42A8-80FE-4B8A99A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Propital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B35FAE-65F1-4C8C-874B-EE9C674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Filtros amplios y navegación por criterios.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0E192B-1E13-4885-A9B5-C5CB865F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338328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A06214A-D0CA-4084-8E0A-C5CF41F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1828800"/>
            <a:ext cx="54864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7A9C332-8604-4E00-BAF2-35754C48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1993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Capitalizarme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8D86B8-ACE2-4BDA-B466-64C8184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2359152"/>
            <a:ext cx="303580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Perfil/capacidad + inversión + reunión.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C6F633-E796-4E8F-9ECA-A047827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881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BB6F7A0-D4BD-4C4B-9366-22D86AA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2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PROYECTO  →  NÚMEROS / CAPACIDAD  →  ASESORÍA CON CONTEXTO  →  SEGUIMIENTO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7B94B8-BBD7-43BB-A05F-1806579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Aplicación: mantener WhatsApp + Excel, pero recibir un lead mejor identificado.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DF183A-33E1-4821-A0FB-3394C8B0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A912AC-CA0A-43AE-95C8-EEE5FA61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3efe2d72c457a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15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78FA26-3C5D-465C-9315-05B41E1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14B7C2-8001-4E26-BC7B-8FC87E1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SIGUIENTE FASE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C4286F-64E8-4C64-A52B-A50654F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La plataforma se define tras la auditoría técnica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0A81C5C-1CE1-47E1-B6E6-26E0548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5D21A65-FFCC-4EA3-B892-B37569D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53363B-ED14-4D25-8469-2A4B6B2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E7C78"/>
                </a:solidFill>
                <a:latin typeface="Segoe UI"/>
                <a:ea typeface="Segoe UI"/>
                <a:cs typeface="Segoe UI"/>
              </a:rPr>
              <a:t>WordPress optimizado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9A64D6B-A827-4EDA-9FFF-E0C5124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Menor migración si la base es estable.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F8B372C-DA48-4F4F-9A2A-20593D8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9964A26-372C-4A13-AA5F-34BC656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46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5CBCC0-1BB9-4CA5-9463-D403A903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Next.js + CMS y base de datos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B684718-A8FC-4372-956F-5C3D8AD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Mayor control, pero exige migración y administración.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1B79C9B-327B-4AC1-A199-7AEF7A0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3429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3AC0B54-1AD3-4425-A554-AA54BD21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1828800"/>
            <a:ext cx="5486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23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7A840A-9677-470C-A6ED-8915E2B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99339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B98A35"/>
                </a:solidFill>
                <a:latin typeface="Segoe UI"/>
                <a:ea typeface="Segoe UI"/>
                <a:cs typeface="Segoe UI"/>
              </a:rPr>
              <a:t>Next + WP headless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0DDB8A-8200-4A86-89DD-31D36F4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308152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82431"/>
                </a:solidFill>
                <a:latin typeface="Segoe UI"/>
                <a:ea typeface="Segoe UI"/>
                <a:cs typeface="Segoe UI"/>
              </a:rPr>
              <a:t>WP como backend + frontend desacoplado; más integración.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B29134-AFBE-4D76-9531-AC99168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4840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Hoy no existe acceso suficiente para recomendar una migración como conclusión del diagnóstico.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4E3CA4-D1D7-4FC8-BBF4-872E3ED0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Fase 0 futura: WordPress · hosting · SMTP · datos · tracking · SEO · seguridad · costo de mantener vs. migrar.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72069DD-14D1-40CA-8892-3FB6222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25B4045-7F8F-4886-92FE-4F97BAA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5f8dd229a41a4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522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81F512-E1F4-4221-8F1E-DFB64F8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9D3FB0-BF3B-4B20-B5AE-0241A40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PROPUESTA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996744-3F09-47B4-AA67-3362AAB4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Diagnóstico y Estrategia Digital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FFA681-A056-454F-8D0B-6BF1F1B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685E94-5AF6-42CE-8CDC-A78F061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01 · Informe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9336C0-BB7F-4DC3-A827-0D8D528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Respaldo metodológico, hallazgos, impacto, prioridades y recomendaciones.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4DF042B-835C-41DD-9AF4-B44DDDF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8018DC-5A0D-4B89-ACB2-A7D582C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02 · Presentación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7E939D-54B9-418C-8B3F-340E9B39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Versión ejecutiva y visual del diagnóstico.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31996C5-B08D-417F-840C-31BE448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331720"/>
            <a:ext cx="33375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8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A4AF1D-1646-48A9-B305-F968173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633472"/>
            <a:ext cx="2880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03 · Roadmap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2E6682A-04F3-45BA-BAC9-89EC9D02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3154680"/>
            <a:ext cx="2880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Fases, acciones, resultados y condiciones para avanzar.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D96092-D5CE-48F0-8419-185B656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246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464E"/>
                </a:solidFill>
                <a:latin typeface="Arial"/>
                <a:ea typeface="Arial"/>
                <a:cs typeface="Arial"/>
              </a:rPr>
              <a:t>VALOR DEL PAQUETE  ·  $100.000 CLP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8351EE-2D15-4FB4-9C74-28B218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23560"/>
            <a:ext cx="10698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implementación técnica es una etapa independiente y se define después de validar accesos y alcance.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196D7C-9677-4546-AF05-9BD4B561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7FACA9-8AA9-43E6-97AE-BAB5AA3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27a87282240b8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714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D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A0AABB-5880-4C03-A8C7-84FBC11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14D7947-0C0A-4704-B38D-FA6496C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SIGUIENTE PASO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D89CCD-075C-4E07-8A61-5EF1E1B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10607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334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34A"/>
                </a:solidFill>
                <a:latin typeface="Arial"/>
                <a:ea typeface="Arial"/>
                <a:cs typeface="Arial"/>
              </a:rPr>
              <a:t>La prioridad es convertir el interés en contactos medibles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3DCA34-C485-4DC7-B035-E3FC625D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40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CBD5E1"/>
                </a:solidFill>
                <a:latin typeface="Segoe UI"/>
                <a:ea typeface="Segoe UI"/>
                <a:cs typeface="Segoe UI"/>
              </a:rPr>
              <a:t>La propuesta mejora seis momentos del recorrido: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3A210A-CF0D-4107-AF4E-C115A24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5FEBE06-8FA8-459C-A2E7-CE74125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¿de dónde llegó?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CDC8C0C-126B-4DFE-9983-968F6D5D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33AC033-ECF9-486C-BBBA-D62FE4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buscó?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CFB373-F625-419B-A307-92CD6C2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88036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294126-612E-422C-BEF8-169B91E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081528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le interesó?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CC66BBB-4C71-4A2F-8496-2981B8B2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CAC305-FB76-4D48-A78E-CF7D55A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contactó?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AA650DF-EA16-4C7F-B203-75B0963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61B103-434B-408B-8353-446ECA1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¿el contacto llegó?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4F84DA-CED5-4F2E-A6DB-8A5528F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931920"/>
            <a:ext cx="30632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14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399DC-17FB-40AB-A096-D903704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33087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¿qué pasó después?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6E7201A-03A0-46BD-898E-84B3F3A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65D2C5"/>
                </a:solidFill>
                <a:latin typeface="Segoe UI"/>
                <a:ea typeface="Segoe UI"/>
                <a:cs typeface="Segoe UI"/>
              </a:rPr>
              <a:t>Aprobar el paquete presentado · $100.000 CLP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44A735-83E0-4303-B97B-657808C5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63640"/>
            <a:ext cx="10698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Carlos Lozano · Desarrollo web · UX/UI · Conversión · Analítica técnica · SEO técnico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A54BBD8-78A1-46C7-B465-DA6544A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4114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3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INVIERTE360 · DIAGNÓSTICO Y ESTRATEGIA DIGITAL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F2AD17A-02EA-4B07-A9F5-1F0FAC4D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00" b="1">
                <a:solidFill>
                  <a:srgbClr val="66727D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42f5413d4bba"/>
          <a:stretch xmlns:a="http://schemas.openxmlformats.org/drawingml/2006/main"/>
        </p:blipFill>
        <p:spPr>
          <a:xfrm xmlns:a="http://schemas.openxmlformats.org/drawingml/2006/main">
            <a:off x="228600" y="645795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32a4dcb844d9"/>
          <a:stretch xmlns:a="http://schemas.openxmlformats.org/drawingml/2006/main"/>
        </p:blipFill>
        <p:spPr>
          <a:xfrm xmlns:a="http://schemas.openxmlformats.org/drawingml/2006/main">
            <a:off x="10306050" y="5222190"/>
            <a:ext cx="742950" cy="8522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4710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2026-09-30T03:04:18.7670000Z</dcterms:created>
  <dcterms:modified xsi:type="dcterms:W3CDTF">2026-09-30T03:04:18.7680000Z</dcterms:modified>
</coreProperties>
</file>